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3"/>
  </p:notesMasterIdLst>
  <p:handoutMasterIdLst>
    <p:handoutMasterId r:id="rId44"/>
  </p:handoutMasterIdLst>
  <p:sldIdLst>
    <p:sldId id="256" r:id="rId5"/>
    <p:sldId id="276" r:id="rId6"/>
    <p:sldId id="291" r:id="rId7"/>
    <p:sldId id="316" r:id="rId8"/>
    <p:sldId id="317" r:id="rId9"/>
    <p:sldId id="331" r:id="rId10"/>
    <p:sldId id="329" r:id="rId11"/>
    <p:sldId id="328" r:id="rId12"/>
    <p:sldId id="327" r:id="rId13"/>
    <p:sldId id="326" r:id="rId14"/>
    <p:sldId id="333" r:id="rId15"/>
    <p:sldId id="332" r:id="rId16"/>
    <p:sldId id="335" r:id="rId17"/>
    <p:sldId id="334" r:id="rId18"/>
    <p:sldId id="325" r:id="rId19"/>
    <p:sldId id="318" r:id="rId20"/>
    <p:sldId id="319" r:id="rId21"/>
    <p:sldId id="320" r:id="rId22"/>
    <p:sldId id="321" r:id="rId23"/>
    <p:sldId id="322" r:id="rId24"/>
    <p:sldId id="337" r:id="rId25"/>
    <p:sldId id="336" r:id="rId26"/>
    <p:sldId id="323" r:id="rId27"/>
    <p:sldId id="344" r:id="rId28"/>
    <p:sldId id="324" r:id="rId29"/>
    <p:sldId id="345" r:id="rId30"/>
    <p:sldId id="346" r:id="rId31"/>
    <p:sldId id="343" r:id="rId32"/>
    <p:sldId id="342" r:id="rId33"/>
    <p:sldId id="341" r:id="rId34"/>
    <p:sldId id="351" r:id="rId35"/>
    <p:sldId id="349" r:id="rId36"/>
    <p:sldId id="340" r:id="rId37"/>
    <p:sldId id="339" r:id="rId38"/>
    <p:sldId id="347" r:id="rId39"/>
    <p:sldId id="348" r:id="rId40"/>
    <p:sldId id="338" r:id="rId41"/>
    <p:sldId id="285"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597C820B-E27A-4AE0-97BC-07937DB1E3E6}">
          <p14:sldIdLst>
            <p14:sldId id="256"/>
            <p14:sldId id="276"/>
            <p14:sldId id="291"/>
            <p14:sldId id="316"/>
            <p14:sldId id="317"/>
            <p14:sldId id="331"/>
            <p14:sldId id="329"/>
            <p14:sldId id="328"/>
            <p14:sldId id="327"/>
            <p14:sldId id="326"/>
            <p14:sldId id="333"/>
            <p14:sldId id="332"/>
            <p14:sldId id="335"/>
            <p14:sldId id="334"/>
            <p14:sldId id="325"/>
            <p14:sldId id="318"/>
            <p14:sldId id="319"/>
            <p14:sldId id="320"/>
            <p14:sldId id="321"/>
            <p14:sldId id="322"/>
            <p14:sldId id="337"/>
            <p14:sldId id="336"/>
            <p14:sldId id="323"/>
            <p14:sldId id="344"/>
            <p14:sldId id="324"/>
            <p14:sldId id="345"/>
            <p14:sldId id="346"/>
            <p14:sldId id="343"/>
            <p14:sldId id="342"/>
            <p14:sldId id="341"/>
            <p14:sldId id="351"/>
            <p14:sldId id="349"/>
            <p14:sldId id="340"/>
            <p14:sldId id="339"/>
            <p14:sldId id="347"/>
            <p14:sldId id="348"/>
            <p14:sldId id="338"/>
            <p14:sldId id="285"/>
          </p14:sldIdLst>
        </p14:section>
      </p14:sectionLst>
    </p:ext>
    <p:ext uri="{EFAFB233-063F-42B5-8137-9DF3F51BA10A}">
      <p15:sldGuideLst xmlns:p15="http://schemas.microsoft.com/office/powerpoint/2012/main">
        <p15:guide id="1" orient="horz" pos="2319" userDrawn="1">
          <p15:clr>
            <a:srgbClr val="A4A3A4"/>
          </p15:clr>
        </p15:guide>
        <p15:guide id="2" pos="3863" userDrawn="1">
          <p15:clr>
            <a:srgbClr val="A4A3A4"/>
          </p15:clr>
        </p15:guide>
        <p15:guide id="3" pos="7537" userDrawn="1">
          <p15:clr>
            <a:srgbClr val="A4A3A4"/>
          </p15:clr>
        </p15:guide>
        <p15:guide id="4" pos="75" userDrawn="1">
          <p15:clr>
            <a:srgbClr val="A4A3A4"/>
          </p15:clr>
        </p15:guide>
        <p15:guide id="5" orient="horz" pos="618" userDrawn="1">
          <p15:clr>
            <a:srgbClr val="A4A3A4"/>
          </p15:clr>
        </p15:guide>
        <p15:guide id="6" orient="horz" pos="406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ean26" initials="r_26" lastIdx="1" clrIdx="0">
    <p:extLst>
      <p:ext uri="{19B8F6BF-5375-455C-9EA6-DF929625EA0E}">
        <p15:presenceInfo xmlns:p15="http://schemas.microsoft.com/office/powerpoint/2012/main" userId="rean26"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49" autoAdjust="0"/>
    <p:restoredTop sz="95314" autoAdjust="0"/>
  </p:normalViewPr>
  <p:slideViewPr>
    <p:cSldViewPr snapToGrid="0" showGuides="1">
      <p:cViewPr varScale="1">
        <p:scale>
          <a:sx n="70" d="100"/>
          <a:sy n="70" d="100"/>
        </p:scale>
        <p:origin x="498" y="72"/>
      </p:cViewPr>
      <p:guideLst>
        <p:guide orient="horz" pos="2319"/>
        <p:guide pos="3863"/>
        <p:guide pos="7537"/>
        <p:guide pos="75"/>
        <p:guide orient="horz" pos="618"/>
        <p:guide orient="horz" pos="4065"/>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EFAA9B-3CFE-4FE6-BF10-85D3FA9B4D6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4C7ECC28-3D71-4031-83C2-ADB36B9AD2D3}">
      <dgm:prSet phldrT="[Text]" custT="1"/>
      <dgm:spPr/>
      <dgm:t>
        <a:bodyPr/>
        <a:lstStyle/>
        <a:p>
          <a:r>
            <a:rPr lang="en-US" sz="4000" b="1" dirty="0"/>
            <a:t>Introduction</a:t>
          </a:r>
          <a:endParaRPr lang="en-IN" sz="4000" b="1" dirty="0"/>
        </a:p>
      </dgm:t>
    </dgm:pt>
    <dgm:pt modelId="{6CBDC37F-2FE4-400F-8732-DEA7811254DD}" type="parTrans" cxnId="{CD6063AC-325A-471B-B44D-30681E7C51E3}">
      <dgm:prSet/>
      <dgm:spPr/>
      <dgm:t>
        <a:bodyPr/>
        <a:lstStyle/>
        <a:p>
          <a:endParaRPr lang="en-IN"/>
        </a:p>
      </dgm:t>
    </dgm:pt>
    <dgm:pt modelId="{A769BF86-D11E-4359-AA8B-E9BE9140499D}" type="sibTrans" cxnId="{CD6063AC-325A-471B-B44D-30681E7C51E3}">
      <dgm:prSet/>
      <dgm:spPr/>
      <dgm:t>
        <a:bodyPr/>
        <a:lstStyle/>
        <a:p>
          <a:endParaRPr lang="en-IN"/>
        </a:p>
      </dgm:t>
    </dgm:pt>
    <dgm:pt modelId="{CFBCD687-B49E-4187-BBE0-D417F755DF64}">
      <dgm:prSet phldrT="[Text]" custT="1"/>
      <dgm:spPr/>
      <dgm:t>
        <a:bodyPr/>
        <a:lstStyle/>
        <a:p>
          <a:pPr algn="just">
            <a:lnSpc>
              <a:spcPct val="90000"/>
            </a:lnSpc>
          </a:pPr>
          <a:endParaRPr lang="en-IN" sz="1200" dirty="0"/>
        </a:p>
      </dgm:t>
    </dgm:pt>
    <dgm:pt modelId="{3B7B24EE-9D08-4D5C-87D9-E82504C74C19}" type="parTrans" cxnId="{4540C12E-3BFD-4BE9-9979-FA5C32460034}">
      <dgm:prSet/>
      <dgm:spPr/>
      <dgm:t>
        <a:bodyPr/>
        <a:lstStyle/>
        <a:p>
          <a:endParaRPr lang="en-IN"/>
        </a:p>
      </dgm:t>
    </dgm:pt>
    <dgm:pt modelId="{B8E1A0CB-7C68-4B3B-AC3E-63C148235CF3}" type="sibTrans" cxnId="{4540C12E-3BFD-4BE9-9979-FA5C32460034}">
      <dgm:prSet/>
      <dgm:spPr/>
      <dgm:t>
        <a:bodyPr/>
        <a:lstStyle/>
        <a:p>
          <a:endParaRPr lang="en-IN"/>
        </a:p>
      </dgm:t>
    </dgm:pt>
    <dgm:pt modelId="{B8C7BFBF-7B36-4D9F-BEE8-9DE57A3DE33A}">
      <dgm:prSet phldrT="[Text]" custT="1"/>
      <dgm:spPr/>
      <dgm:t>
        <a:bodyPr/>
        <a:lstStyle/>
        <a:p>
          <a:pPr algn="just">
            <a:lnSpc>
              <a:spcPct val="200000"/>
            </a:lnSpc>
            <a:tabLst>
              <a:tab pos="9144000" algn="l"/>
            </a:tabLst>
          </a:pPr>
          <a:r>
            <a:rPr lang="en-US" sz="1800" dirty="0">
              <a:latin typeface="Times New Roman" panose="02020603050405020304" pitchFamily="18" charset="0"/>
              <a:cs typeface="Times New Roman" panose="02020603050405020304" pitchFamily="18" charset="0"/>
            </a:rPr>
            <a:t>Anyone who has booked a flight ticket knows how unexpectedly the prices vary. The cheapest available ticket on a given flight gets more and less expensive over time. This usually happens as an attempt to maximize revenue based on -</a:t>
          </a:r>
          <a:endParaRPr lang="en-IN" sz="1800" dirty="0">
            <a:latin typeface="Times New Roman" panose="02020603050405020304" pitchFamily="18" charset="0"/>
            <a:cs typeface="Times New Roman" panose="02020603050405020304" pitchFamily="18" charset="0"/>
          </a:endParaRPr>
        </a:p>
      </dgm:t>
    </dgm:pt>
    <dgm:pt modelId="{5C79660B-0D7B-4C4F-A40C-0DF7D83AE6A4}" type="sibTrans" cxnId="{490A86B9-0285-4EB9-BD71-6C428ED27071}">
      <dgm:prSet/>
      <dgm:spPr/>
      <dgm:t>
        <a:bodyPr/>
        <a:lstStyle/>
        <a:p>
          <a:endParaRPr lang="en-IN"/>
        </a:p>
      </dgm:t>
    </dgm:pt>
    <dgm:pt modelId="{A31050FE-9279-4320-A2DF-7661700A81B1}" type="parTrans" cxnId="{490A86B9-0285-4EB9-BD71-6C428ED27071}">
      <dgm:prSet/>
      <dgm:spPr/>
      <dgm:t>
        <a:bodyPr/>
        <a:lstStyle/>
        <a:p>
          <a:endParaRPr lang="en-IN"/>
        </a:p>
      </dgm:t>
    </dgm:pt>
    <dgm:pt modelId="{17D30846-C5A8-4F6D-8A41-83E1424C0619}">
      <dgm:prSet phldrT="[Text]" custT="1"/>
      <dgm:spPr/>
      <dgm:t>
        <a:bodyPr/>
        <a:lstStyle/>
        <a:p>
          <a:pPr algn="just">
            <a:lnSpc>
              <a:spcPct val="200000"/>
            </a:lnSpc>
            <a:tabLst>
              <a:tab pos="9144000" algn="l"/>
            </a:tabLst>
          </a:pPr>
          <a:r>
            <a:rPr lang="en-US" sz="1800" dirty="0">
              <a:latin typeface="Times New Roman" panose="02020603050405020304" pitchFamily="18" charset="0"/>
              <a:cs typeface="Times New Roman" panose="02020603050405020304" pitchFamily="18" charset="0"/>
            </a:rPr>
            <a:t> 1. Time of purchase patterns (making sure last-minute purchases are expensive)</a:t>
          </a:r>
          <a:endParaRPr lang="en-IN" sz="1800" dirty="0">
            <a:latin typeface="Times New Roman" panose="02020603050405020304" pitchFamily="18" charset="0"/>
            <a:cs typeface="Times New Roman" panose="02020603050405020304" pitchFamily="18" charset="0"/>
          </a:endParaRPr>
        </a:p>
      </dgm:t>
    </dgm:pt>
    <dgm:pt modelId="{D745FAB7-3DCB-4366-AF13-7ACE0181F51C}" type="parTrans" cxnId="{121C3CB6-7D10-4508-86F2-1911A6FC4359}">
      <dgm:prSet/>
      <dgm:spPr/>
      <dgm:t>
        <a:bodyPr/>
        <a:lstStyle/>
        <a:p>
          <a:endParaRPr lang="en-IN"/>
        </a:p>
      </dgm:t>
    </dgm:pt>
    <dgm:pt modelId="{28C1807B-0D70-496A-8240-9DC09B313704}" type="sibTrans" cxnId="{121C3CB6-7D10-4508-86F2-1911A6FC4359}">
      <dgm:prSet/>
      <dgm:spPr/>
      <dgm:t>
        <a:bodyPr/>
        <a:lstStyle/>
        <a:p>
          <a:endParaRPr lang="en-IN"/>
        </a:p>
      </dgm:t>
    </dgm:pt>
    <dgm:pt modelId="{C2E3C4D7-758F-4F64-B1FD-5B6CB69AA743}">
      <dgm:prSet phldrT="[Text]" custT="1"/>
      <dgm:spPr/>
      <dgm:t>
        <a:bodyPr/>
        <a:lstStyle/>
        <a:p>
          <a:pPr algn="just">
            <a:lnSpc>
              <a:spcPct val="200000"/>
            </a:lnSpc>
            <a:tabLst>
              <a:tab pos="9144000" algn="l"/>
            </a:tabLst>
          </a:pPr>
          <a:r>
            <a:rPr lang="en-US" sz="1800" dirty="0">
              <a:latin typeface="Times New Roman" panose="02020603050405020304" pitchFamily="18" charset="0"/>
              <a:cs typeface="Times New Roman" panose="02020603050405020304" pitchFamily="18" charset="0"/>
            </a:rPr>
            <a:t>2. Keeping the flight as full as they want it (raising prices on a flight which is filling up in order to reduce sales and hold back inventory for those expensive last-minute expensive purchases)</a:t>
          </a:r>
          <a:endParaRPr lang="en-IN" sz="1800" dirty="0">
            <a:latin typeface="Times New Roman" panose="02020603050405020304" pitchFamily="18" charset="0"/>
            <a:cs typeface="Times New Roman" panose="02020603050405020304" pitchFamily="18" charset="0"/>
          </a:endParaRPr>
        </a:p>
      </dgm:t>
    </dgm:pt>
    <dgm:pt modelId="{B3B92FF7-BBD2-4BAD-8F6D-E6ED01A6BDDC}" type="parTrans" cxnId="{D7AD81F1-2F94-45E0-A51F-FB8EE50ED893}">
      <dgm:prSet/>
      <dgm:spPr/>
      <dgm:t>
        <a:bodyPr/>
        <a:lstStyle/>
        <a:p>
          <a:endParaRPr lang="en-IN"/>
        </a:p>
      </dgm:t>
    </dgm:pt>
    <dgm:pt modelId="{F81DF07D-A78A-469D-976D-E7345CE96FF6}" type="sibTrans" cxnId="{D7AD81F1-2F94-45E0-A51F-FB8EE50ED893}">
      <dgm:prSet/>
      <dgm:spPr/>
      <dgm:t>
        <a:bodyPr/>
        <a:lstStyle/>
        <a:p>
          <a:endParaRPr lang="en-IN"/>
        </a:p>
      </dgm:t>
    </dgm:pt>
    <dgm:pt modelId="{CAE7B35F-ECFB-4135-8587-D02455FD32A1}">
      <dgm:prSet phldrT="[Text]" custT="1"/>
      <dgm:spPr/>
      <dgm:t>
        <a:bodyPr/>
        <a:lstStyle/>
        <a:p>
          <a:pPr algn="just">
            <a:lnSpc>
              <a:spcPct val="200000"/>
            </a:lnSpc>
            <a:tabLst>
              <a:tab pos="9144000" algn="l"/>
            </a:tabLst>
          </a:pPr>
          <a:r>
            <a:rPr lang="en-US" sz="1800" dirty="0">
              <a:latin typeface="Times New Roman" panose="02020603050405020304" pitchFamily="18" charset="0"/>
              <a:cs typeface="Times New Roman" panose="02020603050405020304" pitchFamily="18" charset="0"/>
            </a:rPr>
            <a:t>Initially the collection of the data of flight ticket price has been scrapped using selenium.</a:t>
          </a:r>
          <a:endParaRPr lang="en-IN" sz="1800" dirty="0">
            <a:latin typeface="Times New Roman" panose="02020603050405020304" pitchFamily="18" charset="0"/>
            <a:cs typeface="Times New Roman" panose="02020603050405020304" pitchFamily="18" charset="0"/>
          </a:endParaRPr>
        </a:p>
      </dgm:t>
    </dgm:pt>
    <dgm:pt modelId="{98814100-B0B1-483E-B889-20716B4ABDE5}" type="parTrans" cxnId="{4B12F3D6-54D8-4FB4-923B-562D26326DF4}">
      <dgm:prSet/>
      <dgm:spPr/>
    </dgm:pt>
    <dgm:pt modelId="{B6C50293-1583-4C9A-B173-F99EF7F00FAC}" type="sibTrans" cxnId="{4B12F3D6-54D8-4FB4-923B-562D26326DF4}">
      <dgm:prSet/>
      <dgm:spPr/>
    </dgm:pt>
    <dgm:pt modelId="{3383EB6A-94CD-4F5B-912B-C9BA22EE2B80}" type="pres">
      <dgm:prSet presAssocID="{EBEFAA9B-3CFE-4FE6-BF10-85D3FA9B4D61}" presName="linear" presStyleCnt="0">
        <dgm:presLayoutVars>
          <dgm:animLvl val="lvl"/>
          <dgm:resizeHandles val="exact"/>
        </dgm:presLayoutVars>
      </dgm:prSet>
      <dgm:spPr/>
    </dgm:pt>
    <dgm:pt modelId="{0CECCBEA-FE88-4181-8497-87F6F3F92ECB}" type="pres">
      <dgm:prSet presAssocID="{4C7ECC28-3D71-4031-83C2-ADB36B9AD2D3}" presName="parentText" presStyleLbl="node1" presStyleIdx="0" presStyleCnt="1" custScaleY="65261" custLinFactY="-100000" custLinFactNeighborX="371" custLinFactNeighborY="-113081">
        <dgm:presLayoutVars>
          <dgm:chMax val="0"/>
          <dgm:bulletEnabled val="1"/>
        </dgm:presLayoutVars>
      </dgm:prSet>
      <dgm:spPr/>
    </dgm:pt>
    <dgm:pt modelId="{AB910E16-752A-4743-9EA8-C9F680447FE0}" type="pres">
      <dgm:prSet presAssocID="{4C7ECC28-3D71-4031-83C2-ADB36B9AD2D3}" presName="childText" presStyleLbl="revTx" presStyleIdx="0" presStyleCnt="1" custAng="0" custScaleY="246923" custLinFactNeighborY="28184">
        <dgm:presLayoutVars>
          <dgm:bulletEnabled val="1"/>
        </dgm:presLayoutVars>
      </dgm:prSet>
      <dgm:spPr/>
    </dgm:pt>
  </dgm:ptLst>
  <dgm:cxnLst>
    <dgm:cxn modelId="{1EC7DE04-0B1B-4192-8F31-B5BDCCDE6F42}" type="presOf" srcId="{17D30846-C5A8-4F6D-8A41-83E1424C0619}" destId="{AB910E16-752A-4743-9EA8-C9F680447FE0}" srcOrd="0" destOrd="2" presId="urn:microsoft.com/office/officeart/2005/8/layout/vList2"/>
    <dgm:cxn modelId="{6D41612C-C801-41AB-858F-15DC475C3817}" type="presOf" srcId="{CFBCD687-B49E-4187-BBE0-D417F755DF64}" destId="{AB910E16-752A-4743-9EA8-C9F680447FE0}" srcOrd="0" destOrd="0" presId="urn:microsoft.com/office/officeart/2005/8/layout/vList2"/>
    <dgm:cxn modelId="{4540C12E-3BFD-4BE9-9979-FA5C32460034}" srcId="{4C7ECC28-3D71-4031-83C2-ADB36B9AD2D3}" destId="{CFBCD687-B49E-4187-BBE0-D417F755DF64}" srcOrd="0" destOrd="0" parTransId="{3B7B24EE-9D08-4D5C-87D9-E82504C74C19}" sibTransId="{B8E1A0CB-7C68-4B3B-AC3E-63C148235CF3}"/>
    <dgm:cxn modelId="{43EF5343-AE1B-4EF3-A4E0-D5A8B356E414}" type="presOf" srcId="{4C7ECC28-3D71-4031-83C2-ADB36B9AD2D3}" destId="{0CECCBEA-FE88-4181-8497-87F6F3F92ECB}" srcOrd="0" destOrd="0" presId="urn:microsoft.com/office/officeart/2005/8/layout/vList2"/>
    <dgm:cxn modelId="{BE6FAAA9-3348-4BDC-B1CF-88EEFF57F4B0}" type="presOf" srcId="{CAE7B35F-ECFB-4135-8587-D02455FD32A1}" destId="{AB910E16-752A-4743-9EA8-C9F680447FE0}" srcOrd="0" destOrd="4" presId="urn:microsoft.com/office/officeart/2005/8/layout/vList2"/>
    <dgm:cxn modelId="{537CA9AA-FBF6-43D2-8FA7-7FC0DE34773D}" type="presOf" srcId="{EBEFAA9B-3CFE-4FE6-BF10-85D3FA9B4D61}" destId="{3383EB6A-94CD-4F5B-912B-C9BA22EE2B80}" srcOrd="0" destOrd="0" presId="urn:microsoft.com/office/officeart/2005/8/layout/vList2"/>
    <dgm:cxn modelId="{CD6063AC-325A-471B-B44D-30681E7C51E3}" srcId="{EBEFAA9B-3CFE-4FE6-BF10-85D3FA9B4D61}" destId="{4C7ECC28-3D71-4031-83C2-ADB36B9AD2D3}" srcOrd="0" destOrd="0" parTransId="{6CBDC37F-2FE4-400F-8732-DEA7811254DD}" sibTransId="{A769BF86-D11E-4359-AA8B-E9BE9140499D}"/>
    <dgm:cxn modelId="{121C3CB6-7D10-4508-86F2-1911A6FC4359}" srcId="{4C7ECC28-3D71-4031-83C2-ADB36B9AD2D3}" destId="{17D30846-C5A8-4F6D-8A41-83E1424C0619}" srcOrd="2" destOrd="0" parTransId="{D745FAB7-3DCB-4366-AF13-7ACE0181F51C}" sibTransId="{28C1807B-0D70-496A-8240-9DC09B313704}"/>
    <dgm:cxn modelId="{490A86B9-0285-4EB9-BD71-6C428ED27071}" srcId="{4C7ECC28-3D71-4031-83C2-ADB36B9AD2D3}" destId="{B8C7BFBF-7B36-4D9F-BEE8-9DE57A3DE33A}" srcOrd="1" destOrd="0" parTransId="{A31050FE-9279-4320-A2DF-7661700A81B1}" sibTransId="{5C79660B-0D7B-4C4F-A40C-0DF7D83AE6A4}"/>
    <dgm:cxn modelId="{FE6EC8CA-A487-4E8B-BB56-5A1970923052}" type="presOf" srcId="{C2E3C4D7-758F-4F64-B1FD-5B6CB69AA743}" destId="{AB910E16-752A-4743-9EA8-C9F680447FE0}" srcOrd="0" destOrd="3" presId="urn:microsoft.com/office/officeart/2005/8/layout/vList2"/>
    <dgm:cxn modelId="{4B12F3D6-54D8-4FB4-923B-562D26326DF4}" srcId="{4C7ECC28-3D71-4031-83C2-ADB36B9AD2D3}" destId="{CAE7B35F-ECFB-4135-8587-D02455FD32A1}" srcOrd="4" destOrd="0" parTransId="{98814100-B0B1-483E-B889-20716B4ABDE5}" sibTransId="{B6C50293-1583-4C9A-B173-F99EF7F00FAC}"/>
    <dgm:cxn modelId="{FAB5D3E5-64B7-4C7D-B40B-D313F2480154}" type="presOf" srcId="{B8C7BFBF-7B36-4D9F-BEE8-9DE57A3DE33A}" destId="{AB910E16-752A-4743-9EA8-C9F680447FE0}" srcOrd="0" destOrd="1" presId="urn:microsoft.com/office/officeart/2005/8/layout/vList2"/>
    <dgm:cxn modelId="{D7AD81F1-2F94-45E0-A51F-FB8EE50ED893}" srcId="{4C7ECC28-3D71-4031-83C2-ADB36B9AD2D3}" destId="{C2E3C4D7-758F-4F64-B1FD-5B6CB69AA743}" srcOrd="3" destOrd="0" parTransId="{B3B92FF7-BBD2-4BAD-8F6D-E6ED01A6BDDC}" sibTransId="{F81DF07D-A78A-469D-976D-E7345CE96FF6}"/>
    <dgm:cxn modelId="{C5DE0F31-E222-496A-8C35-312C7D52799D}" type="presParOf" srcId="{3383EB6A-94CD-4F5B-912B-C9BA22EE2B80}" destId="{0CECCBEA-FE88-4181-8497-87F6F3F92ECB}" srcOrd="0" destOrd="0" presId="urn:microsoft.com/office/officeart/2005/8/layout/vList2"/>
    <dgm:cxn modelId="{4671761B-E73C-4BC7-9895-9FD4641B7479}" type="presParOf" srcId="{3383EB6A-94CD-4F5B-912B-C9BA22EE2B80}" destId="{AB910E16-752A-4743-9EA8-C9F680447FE0}"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ECCBEA-FE88-4181-8497-87F6F3F92ECB}">
      <dsp:nvSpPr>
        <dsp:cNvPr id="0" name=""/>
        <dsp:cNvSpPr/>
      </dsp:nvSpPr>
      <dsp:spPr>
        <a:xfrm>
          <a:off x="0" y="0"/>
          <a:ext cx="9848850" cy="60105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b="1" kern="1200" dirty="0"/>
            <a:t>Introduction</a:t>
          </a:r>
          <a:endParaRPr lang="en-IN" sz="4000" b="1" kern="1200" dirty="0"/>
        </a:p>
      </dsp:txBody>
      <dsp:txXfrm>
        <a:off x="29341" y="29341"/>
        <a:ext cx="9790168" cy="542377"/>
      </dsp:txXfrm>
    </dsp:sp>
    <dsp:sp modelId="{AB910E16-752A-4743-9EA8-C9F680447FE0}">
      <dsp:nvSpPr>
        <dsp:cNvPr id="0" name=""/>
        <dsp:cNvSpPr/>
      </dsp:nvSpPr>
      <dsp:spPr>
        <a:xfrm>
          <a:off x="0" y="605727"/>
          <a:ext cx="9848850" cy="513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2701" tIns="15240" rIns="85344" bIns="15240" numCol="1" spcCol="1270" anchor="t" anchorCtr="0">
          <a:noAutofit/>
        </a:bodyPr>
        <a:lstStyle/>
        <a:p>
          <a:pPr marL="114300" lvl="1" indent="-114300" algn="just" defTabSz="533400">
            <a:lnSpc>
              <a:spcPct val="90000"/>
            </a:lnSpc>
            <a:spcBef>
              <a:spcPct val="0"/>
            </a:spcBef>
            <a:spcAft>
              <a:spcPct val="20000"/>
            </a:spcAft>
            <a:buChar char="•"/>
          </a:pPr>
          <a:endParaRPr lang="en-IN" sz="1200" kern="1200" dirty="0"/>
        </a:p>
        <a:p>
          <a:pPr marL="171450" lvl="1" indent="-171450" algn="just" defTabSz="800100">
            <a:lnSpc>
              <a:spcPct val="200000"/>
            </a:lnSpc>
            <a:spcBef>
              <a:spcPct val="0"/>
            </a:spcBef>
            <a:spcAft>
              <a:spcPct val="20000"/>
            </a:spcAft>
            <a:buChar char="•"/>
            <a:tabLst>
              <a:tab pos="9144000" algn="l"/>
            </a:tabLst>
          </a:pPr>
          <a:r>
            <a:rPr lang="en-US" sz="1800" kern="1200" dirty="0">
              <a:latin typeface="Times New Roman" panose="02020603050405020304" pitchFamily="18" charset="0"/>
              <a:cs typeface="Times New Roman" panose="02020603050405020304" pitchFamily="18" charset="0"/>
            </a:rPr>
            <a:t>Anyone who has booked a flight ticket knows how unexpectedly the prices vary. The cheapest available ticket on a given flight gets more and less expensive over time. This usually happens as an attempt to maximize revenue based on -</a:t>
          </a:r>
          <a:endParaRPr lang="en-IN" sz="1800" kern="1200" dirty="0">
            <a:latin typeface="Times New Roman" panose="02020603050405020304" pitchFamily="18" charset="0"/>
            <a:cs typeface="Times New Roman" panose="02020603050405020304" pitchFamily="18" charset="0"/>
          </a:endParaRPr>
        </a:p>
        <a:p>
          <a:pPr marL="171450" lvl="1" indent="-171450" algn="just" defTabSz="800100">
            <a:lnSpc>
              <a:spcPct val="200000"/>
            </a:lnSpc>
            <a:spcBef>
              <a:spcPct val="0"/>
            </a:spcBef>
            <a:spcAft>
              <a:spcPct val="20000"/>
            </a:spcAft>
            <a:buChar char="•"/>
            <a:tabLst>
              <a:tab pos="9144000" algn="l"/>
            </a:tabLst>
          </a:pPr>
          <a:r>
            <a:rPr lang="en-US" sz="1800" kern="1200" dirty="0">
              <a:latin typeface="Times New Roman" panose="02020603050405020304" pitchFamily="18" charset="0"/>
              <a:cs typeface="Times New Roman" panose="02020603050405020304" pitchFamily="18" charset="0"/>
            </a:rPr>
            <a:t> 1. Time of purchase patterns (making sure last-minute purchases are expensive)</a:t>
          </a:r>
          <a:endParaRPr lang="en-IN" sz="1800" kern="1200" dirty="0">
            <a:latin typeface="Times New Roman" panose="02020603050405020304" pitchFamily="18" charset="0"/>
            <a:cs typeface="Times New Roman" panose="02020603050405020304" pitchFamily="18" charset="0"/>
          </a:endParaRPr>
        </a:p>
        <a:p>
          <a:pPr marL="171450" lvl="1" indent="-171450" algn="just" defTabSz="800100">
            <a:lnSpc>
              <a:spcPct val="200000"/>
            </a:lnSpc>
            <a:spcBef>
              <a:spcPct val="0"/>
            </a:spcBef>
            <a:spcAft>
              <a:spcPct val="20000"/>
            </a:spcAft>
            <a:buChar char="•"/>
            <a:tabLst>
              <a:tab pos="9144000" algn="l"/>
            </a:tabLst>
          </a:pPr>
          <a:r>
            <a:rPr lang="en-US" sz="1800" kern="1200" dirty="0">
              <a:latin typeface="Times New Roman" panose="02020603050405020304" pitchFamily="18" charset="0"/>
              <a:cs typeface="Times New Roman" panose="02020603050405020304" pitchFamily="18" charset="0"/>
            </a:rPr>
            <a:t>2. Keeping the flight as full as they want it (raising prices on a flight which is filling up in order to reduce sales and hold back inventory for those expensive last-minute expensive purchases)</a:t>
          </a:r>
          <a:endParaRPr lang="en-IN" sz="1800" kern="1200" dirty="0">
            <a:latin typeface="Times New Roman" panose="02020603050405020304" pitchFamily="18" charset="0"/>
            <a:cs typeface="Times New Roman" panose="02020603050405020304" pitchFamily="18" charset="0"/>
          </a:endParaRPr>
        </a:p>
        <a:p>
          <a:pPr marL="171450" lvl="1" indent="-171450" algn="just" defTabSz="800100">
            <a:lnSpc>
              <a:spcPct val="200000"/>
            </a:lnSpc>
            <a:spcBef>
              <a:spcPct val="0"/>
            </a:spcBef>
            <a:spcAft>
              <a:spcPct val="20000"/>
            </a:spcAft>
            <a:buChar char="•"/>
            <a:tabLst>
              <a:tab pos="9144000" algn="l"/>
            </a:tabLst>
          </a:pPr>
          <a:r>
            <a:rPr lang="en-US" sz="1800" kern="1200" dirty="0">
              <a:latin typeface="Times New Roman" panose="02020603050405020304" pitchFamily="18" charset="0"/>
              <a:cs typeface="Times New Roman" panose="02020603050405020304" pitchFamily="18" charset="0"/>
            </a:rPr>
            <a:t>Initially the collection of the data of flight ticket price has been scrapped using selenium.</a:t>
          </a:r>
          <a:endParaRPr lang="en-IN" sz="1800" kern="1200" dirty="0">
            <a:latin typeface="Times New Roman" panose="02020603050405020304" pitchFamily="18" charset="0"/>
            <a:cs typeface="Times New Roman" panose="02020603050405020304" pitchFamily="18" charset="0"/>
          </a:endParaRPr>
        </a:p>
      </dsp:txBody>
      <dsp:txXfrm>
        <a:off x="0" y="605727"/>
        <a:ext cx="9848850" cy="513746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65D3EB-CBDD-4100-83B7-3BFE0A8F41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72B4595-A79D-4567-9FE1-DCF31A42B3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11/4/2021</a:t>
            </a:fld>
            <a:endParaRPr lang="en-US" dirty="0"/>
          </a:p>
        </p:txBody>
      </p:sp>
      <p:sp>
        <p:nvSpPr>
          <p:cNvPr id="4" name="Footer Placeholder 3">
            <a:extLst>
              <a:ext uri="{FF2B5EF4-FFF2-40B4-BE49-F238E27FC236}">
                <a16:creationId xmlns:a16="http://schemas.microsoft.com/office/drawing/2014/main" id="{850E452F-E862-4273-987C-980229E53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3EE394C-9AD7-48EA-AB0F-18032A3E0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3268159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11/4/2021</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dirty="0"/>
          </a:p>
        </p:txBody>
      </p:sp>
    </p:spTree>
    <p:extLst>
      <p:ext uri="{BB962C8B-B14F-4D97-AF65-F5344CB8AC3E}">
        <p14:creationId xmlns:p14="http://schemas.microsoft.com/office/powerpoint/2010/main" val="1773527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a:t>
            </a:fld>
            <a:endParaRPr lang="en-US" dirty="0"/>
          </a:p>
        </p:txBody>
      </p:sp>
    </p:spTree>
    <p:extLst>
      <p:ext uri="{BB962C8B-B14F-4D97-AF65-F5344CB8AC3E}">
        <p14:creationId xmlns:p14="http://schemas.microsoft.com/office/powerpoint/2010/main" val="2268654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38</a:t>
            </a:fld>
            <a:endParaRPr lang="en-US" dirty="0"/>
          </a:p>
        </p:txBody>
      </p:sp>
    </p:spTree>
    <p:extLst>
      <p:ext uri="{BB962C8B-B14F-4D97-AF65-F5344CB8AC3E}">
        <p14:creationId xmlns:p14="http://schemas.microsoft.com/office/powerpoint/2010/main" val="396791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F864C-44C4-4000-952D-01F31BFB3F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392E06-C914-467E-9D4F-BD763EDA2D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BEFBAF-82E9-49AD-B2CF-7D154E024431}"/>
              </a:ext>
            </a:extLst>
          </p:cNvPr>
          <p:cNvSpPr>
            <a:spLocks noGrp="1"/>
          </p:cNvSpPr>
          <p:nvPr>
            <p:ph type="dt" sz="half" idx="10"/>
          </p:nvPr>
        </p:nvSpPr>
        <p:spPr/>
        <p:txBody>
          <a:bodyPr/>
          <a:lstStyle/>
          <a:p>
            <a:fld id="{40DA1498-92C7-4E4B-8045-C9195F453964}" type="datetimeFigureOut">
              <a:rPr lang="en-US" smtClean="0"/>
              <a:t>11/4/2021</a:t>
            </a:fld>
            <a:endParaRPr lang="en-US" dirty="0"/>
          </a:p>
        </p:txBody>
      </p:sp>
      <p:sp>
        <p:nvSpPr>
          <p:cNvPr id="5" name="Footer Placeholder 4">
            <a:extLst>
              <a:ext uri="{FF2B5EF4-FFF2-40B4-BE49-F238E27FC236}">
                <a16:creationId xmlns:a16="http://schemas.microsoft.com/office/drawing/2014/main" id="{5AD8006A-94B1-44F7-972D-56767EDE3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E7BFAB-D84B-45E1-A0BD-2516AC14F8AC}"/>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8564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07FBE-061D-452C-A8A6-213063CFD6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3A3535-1708-499D-B5D2-7D8F9FD182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B06063-A112-49AB-80C8-504D99ECD771}"/>
              </a:ext>
            </a:extLst>
          </p:cNvPr>
          <p:cNvSpPr>
            <a:spLocks noGrp="1"/>
          </p:cNvSpPr>
          <p:nvPr>
            <p:ph type="dt" sz="half" idx="10"/>
          </p:nvPr>
        </p:nvSpPr>
        <p:spPr/>
        <p:txBody>
          <a:bodyPr/>
          <a:lstStyle/>
          <a:p>
            <a:fld id="{40DA1498-92C7-4E4B-8045-C9195F453964}" type="datetimeFigureOut">
              <a:rPr lang="en-US" smtClean="0"/>
              <a:t>11/4/2021</a:t>
            </a:fld>
            <a:endParaRPr lang="en-US" dirty="0"/>
          </a:p>
        </p:txBody>
      </p:sp>
      <p:sp>
        <p:nvSpPr>
          <p:cNvPr id="5" name="Footer Placeholder 4">
            <a:extLst>
              <a:ext uri="{FF2B5EF4-FFF2-40B4-BE49-F238E27FC236}">
                <a16:creationId xmlns:a16="http://schemas.microsoft.com/office/drawing/2014/main" id="{6344C8D5-F898-4318-A76D-1FBD8732919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976EC76-E8E8-4FFA-B671-7FA2F3EF5DE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789287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2CABF-E3C1-431A-A69C-D4881CC43F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584226-69DA-4211-B2C8-C29FD05A4A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FF82DB-B518-40FD-8A66-44B874C055FB}"/>
              </a:ext>
            </a:extLst>
          </p:cNvPr>
          <p:cNvSpPr>
            <a:spLocks noGrp="1"/>
          </p:cNvSpPr>
          <p:nvPr>
            <p:ph type="dt" sz="half" idx="10"/>
          </p:nvPr>
        </p:nvSpPr>
        <p:spPr/>
        <p:txBody>
          <a:bodyPr/>
          <a:lstStyle/>
          <a:p>
            <a:fld id="{40DA1498-92C7-4E4B-8045-C9195F453964}" type="datetimeFigureOut">
              <a:rPr lang="en-US" smtClean="0"/>
              <a:t>11/4/2021</a:t>
            </a:fld>
            <a:endParaRPr lang="en-US" dirty="0"/>
          </a:p>
        </p:txBody>
      </p:sp>
      <p:sp>
        <p:nvSpPr>
          <p:cNvPr id="5" name="Footer Placeholder 4">
            <a:extLst>
              <a:ext uri="{FF2B5EF4-FFF2-40B4-BE49-F238E27FC236}">
                <a16:creationId xmlns:a16="http://schemas.microsoft.com/office/drawing/2014/main" id="{FCC1CCEE-725F-4745-837B-87EFB70E71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561522A-E0E6-406B-BF30-A7C7A57294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230041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C9BDC-6F21-4EF5-A8DD-E35E27EACA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968D5F-2AB6-42D3-A54E-AB3E603251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65AB07F-D5F7-402A-AE4E-027BF1CA91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108EDC-3863-43B9-93C7-37465DC73B28}"/>
              </a:ext>
            </a:extLst>
          </p:cNvPr>
          <p:cNvSpPr>
            <a:spLocks noGrp="1"/>
          </p:cNvSpPr>
          <p:nvPr>
            <p:ph type="dt" sz="half" idx="10"/>
          </p:nvPr>
        </p:nvSpPr>
        <p:spPr/>
        <p:txBody>
          <a:bodyPr/>
          <a:lstStyle/>
          <a:p>
            <a:fld id="{40DA1498-92C7-4E4B-8045-C9195F453964}" type="datetimeFigureOut">
              <a:rPr lang="en-US" smtClean="0"/>
              <a:t>11/4/2021</a:t>
            </a:fld>
            <a:endParaRPr lang="en-US" dirty="0"/>
          </a:p>
        </p:txBody>
      </p:sp>
      <p:sp>
        <p:nvSpPr>
          <p:cNvPr id="6" name="Footer Placeholder 5">
            <a:extLst>
              <a:ext uri="{FF2B5EF4-FFF2-40B4-BE49-F238E27FC236}">
                <a16:creationId xmlns:a16="http://schemas.microsoft.com/office/drawing/2014/main" id="{A777D452-958D-4159-A9A4-16DD29680A0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89654B6-1460-48B9-AC7E-592F68BAB276}"/>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7404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8C848-926A-4FD3-A311-A100A2662B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8ECD90-B4F0-4DFB-BB3D-F231020789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5A6C3A-033E-474B-AB97-D8291A04E7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32B928-3A23-4FCA-AD1F-E45A467B54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DC8376-6FC6-4A11-B0DB-9A148E9C00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80206F-8846-425C-A56E-16FFBA442014}"/>
              </a:ext>
            </a:extLst>
          </p:cNvPr>
          <p:cNvSpPr>
            <a:spLocks noGrp="1"/>
          </p:cNvSpPr>
          <p:nvPr>
            <p:ph type="dt" sz="half" idx="10"/>
          </p:nvPr>
        </p:nvSpPr>
        <p:spPr/>
        <p:txBody>
          <a:bodyPr/>
          <a:lstStyle/>
          <a:p>
            <a:fld id="{40DA1498-92C7-4E4B-8045-C9195F453964}" type="datetimeFigureOut">
              <a:rPr lang="en-US" smtClean="0"/>
              <a:t>11/4/2021</a:t>
            </a:fld>
            <a:endParaRPr lang="en-US" dirty="0"/>
          </a:p>
        </p:txBody>
      </p:sp>
      <p:sp>
        <p:nvSpPr>
          <p:cNvPr id="8" name="Footer Placeholder 7">
            <a:extLst>
              <a:ext uri="{FF2B5EF4-FFF2-40B4-BE49-F238E27FC236}">
                <a16:creationId xmlns:a16="http://schemas.microsoft.com/office/drawing/2014/main" id="{6A45E89F-12CF-4561-A5F2-1E05783A306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EB4DFE4-927C-43B1-A061-5CB97FFB33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69058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0E367-8DA0-4655-BCBC-F4280D8642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EF9592-AA3C-4CF8-A5DB-4D010195A438}"/>
              </a:ext>
            </a:extLst>
          </p:cNvPr>
          <p:cNvSpPr>
            <a:spLocks noGrp="1"/>
          </p:cNvSpPr>
          <p:nvPr>
            <p:ph type="dt" sz="half" idx="10"/>
          </p:nvPr>
        </p:nvSpPr>
        <p:spPr/>
        <p:txBody>
          <a:bodyPr/>
          <a:lstStyle/>
          <a:p>
            <a:fld id="{40DA1498-92C7-4E4B-8045-C9195F453964}" type="datetimeFigureOut">
              <a:rPr lang="en-US" smtClean="0"/>
              <a:t>11/4/2021</a:t>
            </a:fld>
            <a:endParaRPr lang="en-US" dirty="0"/>
          </a:p>
        </p:txBody>
      </p:sp>
      <p:sp>
        <p:nvSpPr>
          <p:cNvPr id="4" name="Footer Placeholder 3">
            <a:extLst>
              <a:ext uri="{FF2B5EF4-FFF2-40B4-BE49-F238E27FC236}">
                <a16:creationId xmlns:a16="http://schemas.microsoft.com/office/drawing/2014/main" id="{3C2C9377-F93E-4515-852A-26470775515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AED076D-476B-42BA-8795-14FE6C1E6974}"/>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625551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A599B4-6AB2-4190-82B5-7667EE1E922A}"/>
              </a:ext>
            </a:extLst>
          </p:cNvPr>
          <p:cNvSpPr>
            <a:spLocks noGrp="1"/>
          </p:cNvSpPr>
          <p:nvPr>
            <p:ph type="dt" sz="half" idx="10"/>
          </p:nvPr>
        </p:nvSpPr>
        <p:spPr/>
        <p:txBody>
          <a:bodyPr/>
          <a:lstStyle/>
          <a:p>
            <a:fld id="{40DA1498-92C7-4E4B-8045-C9195F453964}" type="datetimeFigureOut">
              <a:rPr lang="en-US" smtClean="0"/>
              <a:t>11/4/2021</a:t>
            </a:fld>
            <a:endParaRPr lang="en-US" dirty="0"/>
          </a:p>
        </p:txBody>
      </p:sp>
      <p:sp>
        <p:nvSpPr>
          <p:cNvPr id="3" name="Footer Placeholder 2">
            <a:extLst>
              <a:ext uri="{FF2B5EF4-FFF2-40B4-BE49-F238E27FC236}">
                <a16:creationId xmlns:a16="http://schemas.microsoft.com/office/drawing/2014/main" id="{1B8FBFB3-AD86-4E39-B8AE-B4EC1452815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9A4AF55-C114-4B60-9A20-56B00A11B3B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058200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83DA1-5CB8-405D-9613-8A9B7BC56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42BB15-A24D-42E9-9CAE-BB82722630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F0849D-D3C3-462A-9751-4EAB0B914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80DD20-7A20-4574-98A4-427795876739}"/>
              </a:ext>
            </a:extLst>
          </p:cNvPr>
          <p:cNvSpPr>
            <a:spLocks noGrp="1"/>
          </p:cNvSpPr>
          <p:nvPr>
            <p:ph type="dt" sz="half" idx="10"/>
          </p:nvPr>
        </p:nvSpPr>
        <p:spPr/>
        <p:txBody>
          <a:bodyPr/>
          <a:lstStyle/>
          <a:p>
            <a:fld id="{40DA1498-92C7-4E4B-8045-C9195F453964}" type="datetimeFigureOut">
              <a:rPr lang="en-US" smtClean="0"/>
              <a:t>11/4/2021</a:t>
            </a:fld>
            <a:endParaRPr lang="en-US" dirty="0"/>
          </a:p>
        </p:txBody>
      </p:sp>
      <p:sp>
        <p:nvSpPr>
          <p:cNvPr id="6" name="Footer Placeholder 5">
            <a:extLst>
              <a:ext uri="{FF2B5EF4-FFF2-40B4-BE49-F238E27FC236}">
                <a16:creationId xmlns:a16="http://schemas.microsoft.com/office/drawing/2014/main" id="{54D0ED2B-71C4-421A-9DB0-676E00C10BD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8C4572A-ADFC-4C53-BCA2-42BDF693BC4D}"/>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230950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F5C67-EEEC-4AB0-9653-0F80D6B109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D50D6D-5277-4324-AF23-5FAF007834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5275657-2BF9-4761-96B6-50EE3CFCFA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3C3F7B-A4C8-4F9D-8165-BC5186EA0929}"/>
              </a:ext>
            </a:extLst>
          </p:cNvPr>
          <p:cNvSpPr>
            <a:spLocks noGrp="1"/>
          </p:cNvSpPr>
          <p:nvPr>
            <p:ph type="dt" sz="half" idx="10"/>
          </p:nvPr>
        </p:nvSpPr>
        <p:spPr/>
        <p:txBody>
          <a:bodyPr/>
          <a:lstStyle/>
          <a:p>
            <a:fld id="{40DA1498-92C7-4E4B-8045-C9195F453964}" type="datetimeFigureOut">
              <a:rPr lang="en-US" smtClean="0"/>
              <a:t>11/4/2021</a:t>
            </a:fld>
            <a:endParaRPr lang="en-US" dirty="0"/>
          </a:p>
        </p:txBody>
      </p:sp>
      <p:sp>
        <p:nvSpPr>
          <p:cNvPr id="6" name="Footer Placeholder 5">
            <a:extLst>
              <a:ext uri="{FF2B5EF4-FFF2-40B4-BE49-F238E27FC236}">
                <a16:creationId xmlns:a16="http://schemas.microsoft.com/office/drawing/2014/main" id="{DE696EA5-2FA2-464D-982F-C53E6426A84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911B398-191B-4AB1-86ED-00D0046EACF5}"/>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586601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7B869-BFB2-4C20-8AB1-46704BB3D1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F007DB-4F12-4428-9C48-5120DF0704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FFA8DA-0E31-4CA6-BBFC-2467AAD1D30B}"/>
              </a:ext>
            </a:extLst>
          </p:cNvPr>
          <p:cNvSpPr>
            <a:spLocks noGrp="1"/>
          </p:cNvSpPr>
          <p:nvPr>
            <p:ph type="dt" sz="half" idx="10"/>
          </p:nvPr>
        </p:nvSpPr>
        <p:spPr/>
        <p:txBody>
          <a:bodyPr/>
          <a:lstStyle/>
          <a:p>
            <a:fld id="{40DA1498-92C7-4E4B-8045-C9195F453964}" type="datetimeFigureOut">
              <a:rPr lang="en-US" smtClean="0"/>
              <a:t>11/4/2021</a:t>
            </a:fld>
            <a:endParaRPr lang="en-US" dirty="0"/>
          </a:p>
        </p:txBody>
      </p:sp>
      <p:sp>
        <p:nvSpPr>
          <p:cNvPr id="5" name="Footer Placeholder 4">
            <a:extLst>
              <a:ext uri="{FF2B5EF4-FFF2-40B4-BE49-F238E27FC236}">
                <a16:creationId xmlns:a16="http://schemas.microsoft.com/office/drawing/2014/main" id="{064974BD-9845-459A-9AAA-12731E2507C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2A71B0A-FDFB-4B2C-A9EC-2334C590013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31409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0B5D73-1652-4A8E-B5A3-101523D729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B7FB99-7425-444D-B602-01B672BCE8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EEA9C5-552A-48A1-AB54-ED54209B3B48}"/>
              </a:ext>
            </a:extLst>
          </p:cNvPr>
          <p:cNvSpPr>
            <a:spLocks noGrp="1"/>
          </p:cNvSpPr>
          <p:nvPr>
            <p:ph type="dt" sz="half" idx="10"/>
          </p:nvPr>
        </p:nvSpPr>
        <p:spPr/>
        <p:txBody>
          <a:bodyPr/>
          <a:lstStyle/>
          <a:p>
            <a:fld id="{40DA1498-92C7-4E4B-8045-C9195F453964}" type="datetimeFigureOut">
              <a:rPr lang="en-US" smtClean="0"/>
              <a:t>11/4/2021</a:t>
            </a:fld>
            <a:endParaRPr lang="en-US" dirty="0"/>
          </a:p>
        </p:txBody>
      </p:sp>
      <p:sp>
        <p:nvSpPr>
          <p:cNvPr id="5" name="Footer Placeholder 4">
            <a:extLst>
              <a:ext uri="{FF2B5EF4-FFF2-40B4-BE49-F238E27FC236}">
                <a16:creationId xmlns:a16="http://schemas.microsoft.com/office/drawing/2014/main" id="{1A83AAA3-4155-48FB-8F00-16DBE0C9C25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694EAE-CB3C-4DEF-A66D-583C7AAC92D8}"/>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746804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3445CA-54C1-4DDE-A216-DD2414E3F5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06395A-6879-4E93-B24E-067F88AC1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50FF5B-A6A6-4F0F-AA5D-3F0F69A43A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DA1498-92C7-4E4B-8045-C9195F453964}" type="datetimeFigureOut">
              <a:rPr lang="en-US" smtClean="0"/>
              <a:t>11/4/2021</a:t>
            </a:fld>
            <a:endParaRPr lang="en-US" dirty="0"/>
          </a:p>
        </p:txBody>
      </p:sp>
      <p:sp>
        <p:nvSpPr>
          <p:cNvPr id="5" name="Footer Placeholder 4">
            <a:extLst>
              <a:ext uri="{FF2B5EF4-FFF2-40B4-BE49-F238E27FC236}">
                <a16:creationId xmlns:a16="http://schemas.microsoft.com/office/drawing/2014/main" id="{FA798FAA-76CC-42EF-8BE0-466A41BBAB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149FF02-6890-4E10-B958-1097AD32C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FEDF93-2BFD-41CA-ABC7-B039102F3792}" type="slidenum">
              <a:rPr lang="en-US" smtClean="0"/>
              <a:t>‹#›</a:t>
            </a:fld>
            <a:endParaRPr lang="en-US" dirty="0"/>
          </a:p>
        </p:txBody>
      </p:sp>
    </p:spTree>
    <p:extLst>
      <p:ext uri="{BB962C8B-B14F-4D97-AF65-F5344CB8AC3E}">
        <p14:creationId xmlns:p14="http://schemas.microsoft.com/office/powerpoint/2010/main" val="260378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00AEF-1595-4419-801B-6E36A33BB8CF}"/>
              </a:ext>
            </a:extLst>
          </p:cNvPr>
          <p:cNvSpPr>
            <a:spLocks noGrp="1"/>
          </p:cNvSpPr>
          <p:nvPr>
            <p:ph type="ctrTitle"/>
          </p:nvPr>
        </p:nvSpPr>
        <p:spPr>
          <a:xfrm>
            <a:off x="1524000" y="1928532"/>
            <a:ext cx="9144000" cy="2215991"/>
          </a:xfrm>
        </p:spPr>
        <p:txBody>
          <a:bodyPr lIns="0" tIns="0" rIns="0" bIns="0" anchor="t">
            <a:spAutoFit/>
          </a:bodyPr>
          <a:lstStyle/>
          <a:p>
            <a:r>
              <a:rPr lang="en-US" b="1" dirty="0">
                <a:solidFill>
                  <a:schemeClr val="bg1"/>
                </a:solidFill>
              </a:rPr>
              <a:t>Flight Price Prediction</a:t>
            </a:r>
            <a:br>
              <a:rPr lang="en-US" dirty="0">
                <a:solidFill>
                  <a:schemeClr val="bg1"/>
                </a:solidFill>
              </a:rPr>
            </a:br>
            <a:r>
              <a:rPr lang="en-US" sz="4000" dirty="0">
                <a:solidFill>
                  <a:schemeClr val="accent4"/>
                </a:solidFill>
              </a:rPr>
              <a:t>Submitted by</a:t>
            </a:r>
            <a:br>
              <a:rPr lang="en-US" sz="4000" dirty="0">
                <a:solidFill>
                  <a:schemeClr val="accent4"/>
                </a:solidFill>
              </a:rPr>
            </a:br>
            <a:r>
              <a:rPr lang="en-US" b="1" dirty="0">
                <a:solidFill>
                  <a:schemeClr val="bg1"/>
                </a:solidFill>
              </a:rPr>
              <a:t>Tushar Kumar Patel</a:t>
            </a:r>
            <a:endParaRPr lang="en-US" dirty="0">
              <a:solidFill>
                <a:schemeClr val="accent4"/>
              </a:solidFill>
            </a:endParaRPr>
          </a:p>
        </p:txBody>
      </p:sp>
      <p:sp>
        <p:nvSpPr>
          <p:cNvPr id="4" name="Diamond 3">
            <a:extLst>
              <a:ext uri="{FF2B5EF4-FFF2-40B4-BE49-F238E27FC236}">
                <a16:creationId xmlns:a16="http://schemas.microsoft.com/office/drawing/2014/main" id="{1C59176D-59A8-4C02-B448-EE01232FB3E7}"/>
              </a:ext>
              <a:ext uri="{C183D7F6-B498-43B3-948B-1728B52AA6E4}">
                <adec:decorative xmlns:adec="http://schemas.microsoft.com/office/drawing/2017/decorative" val="1"/>
              </a:ext>
            </a:extLst>
          </p:cNvPr>
          <p:cNvSpPr/>
          <p:nvPr/>
        </p:nvSpPr>
        <p:spPr>
          <a:xfrm>
            <a:off x="4792319" y="-608242"/>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iamond 4">
            <a:extLst>
              <a:ext uri="{FF2B5EF4-FFF2-40B4-BE49-F238E27FC236}">
                <a16:creationId xmlns:a16="http://schemas.microsoft.com/office/drawing/2014/main" id="{A50B1817-3C7F-41BC-8557-7A00C928EE16}"/>
              </a:ext>
              <a:ext uri="{C183D7F6-B498-43B3-948B-1728B52AA6E4}">
                <adec:decorative xmlns:adec="http://schemas.microsoft.com/office/drawing/2017/decorative" val="1"/>
              </a:ext>
            </a:extLst>
          </p:cNvPr>
          <p:cNvSpPr/>
          <p:nvPr/>
        </p:nvSpPr>
        <p:spPr>
          <a:xfrm>
            <a:off x="4325258" y="-1770743"/>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descr="Icon of chart. ">
            <a:extLst>
              <a:ext uri="{FF2B5EF4-FFF2-40B4-BE49-F238E27FC236}">
                <a16:creationId xmlns:a16="http://schemas.microsoft.com/office/drawing/2014/main" id="{B95DF07A-CE7E-4D89-9AA0-25F4FFF3B9C7}"/>
              </a:ext>
            </a:extLst>
          </p:cNvPr>
          <p:cNvGrpSpPr/>
          <p:nvPr/>
        </p:nvGrpSpPr>
        <p:grpSpPr>
          <a:xfrm>
            <a:off x="5402010" y="4930120"/>
            <a:ext cx="1387979" cy="1252400"/>
            <a:chOff x="2025650" y="4786313"/>
            <a:chExt cx="285750" cy="287338"/>
          </a:xfrm>
          <a:solidFill>
            <a:schemeClr val="bg1"/>
          </a:solidFill>
        </p:grpSpPr>
        <p:sp>
          <p:nvSpPr>
            <p:cNvPr id="8" name="Freeform 565">
              <a:extLst>
                <a:ext uri="{FF2B5EF4-FFF2-40B4-BE49-F238E27FC236}">
                  <a16:creationId xmlns:a16="http://schemas.microsoft.com/office/drawing/2014/main" id="{548FC78B-EF83-4185-A63D-1A5A85640B62}"/>
                </a:ext>
              </a:extLst>
            </p:cNvPr>
            <p:cNvSpPr>
              <a:spLocks noEditPoints="1"/>
            </p:cNvSpPr>
            <p:nvPr/>
          </p:nvSpPr>
          <p:spPr bwMode="auto">
            <a:xfrm>
              <a:off x="2025650" y="4786313"/>
              <a:ext cx="285750" cy="287338"/>
            </a:xfrm>
            <a:custGeom>
              <a:avLst/>
              <a:gdLst>
                <a:gd name="T0" fmla="*/ 812 w 903"/>
                <a:gd name="T1" fmla="*/ 500 h 903"/>
                <a:gd name="T2" fmla="*/ 810 w 903"/>
                <a:gd name="T3" fmla="*/ 505 h 903"/>
                <a:gd name="T4" fmla="*/ 806 w 903"/>
                <a:gd name="T5" fmla="*/ 509 h 903"/>
                <a:gd name="T6" fmla="*/ 800 w 903"/>
                <a:gd name="T7" fmla="*/ 511 h 903"/>
                <a:gd name="T8" fmla="*/ 105 w 903"/>
                <a:gd name="T9" fmla="*/ 511 h 903"/>
                <a:gd name="T10" fmla="*/ 99 w 903"/>
                <a:gd name="T11" fmla="*/ 510 h 903"/>
                <a:gd name="T12" fmla="*/ 95 w 903"/>
                <a:gd name="T13" fmla="*/ 507 h 903"/>
                <a:gd name="T14" fmla="*/ 92 w 903"/>
                <a:gd name="T15" fmla="*/ 502 h 903"/>
                <a:gd name="T16" fmla="*/ 90 w 903"/>
                <a:gd name="T17" fmla="*/ 496 h 903"/>
                <a:gd name="T18" fmla="*/ 90 w 903"/>
                <a:gd name="T19" fmla="*/ 105 h 903"/>
                <a:gd name="T20" fmla="*/ 92 w 903"/>
                <a:gd name="T21" fmla="*/ 100 h 903"/>
                <a:gd name="T22" fmla="*/ 95 w 903"/>
                <a:gd name="T23" fmla="*/ 94 h 903"/>
                <a:gd name="T24" fmla="*/ 99 w 903"/>
                <a:gd name="T25" fmla="*/ 91 h 903"/>
                <a:gd name="T26" fmla="*/ 105 w 903"/>
                <a:gd name="T27" fmla="*/ 90 h 903"/>
                <a:gd name="T28" fmla="*/ 800 w 903"/>
                <a:gd name="T29" fmla="*/ 90 h 903"/>
                <a:gd name="T30" fmla="*/ 806 w 903"/>
                <a:gd name="T31" fmla="*/ 92 h 903"/>
                <a:gd name="T32" fmla="*/ 810 w 903"/>
                <a:gd name="T33" fmla="*/ 96 h 903"/>
                <a:gd name="T34" fmla="*/ 812 w 903"/>
                <a:gd name="T35" fmla="*/ 102 h 903"/>
                <a:gd name="T36" fmla="*/ 813 w 903"/>
                <a:gd name="T37" fmla="*/ 496 h 903"/>
                <a:gd name="T38" fmla="*/ 15 w 903"/>
                <a:gd name="T39" fmla="*/ 0 h 903"/>
                <a:gd name="T40" fmla="*/ 9 w 903"/>
                <a:gd name="T41" fmla="*/ 1 h 903"/>
                <a:gd name="T42" fmla="*/ 5 w 903"/>
                <a:gd name="T43" fmla="*/ 4 h 903"/>
                <a:gd name="T44" fmla="*/ 1 w 903"/>
                <a:gd name="T45" fmla="*/ 8 h 903"/>
                <a:gd name="T46" fmla="*/ 0 w 903"/>
                <a:gd name="T47" fmla="*/ 15 h 903"/>
                <a:gd name="T48" fmla="*/ 0 w 903"/>
                <a:gd name="T49" fmla="*/ 590 h 903"/>
                <a:gd name="T50" fmla="*/ 2 w 903"/>
                <a:gd name="T51" fmla="*/ 595 h 903"/>
                <a:gd name="T52" fmla="*/ 7 w 903"/>
                <a:gd name="T53" fmla="*/ 599 h 903"/>
                <a:gd name="T54" fmla="*/ 12 w 903"/>
                <a:gd name="T55" fmla="*/ 602 h 903"/>
                <a:gd name="T56" fmla="*/ 437 w 903"/>
                <a:gd name="T57" fmla="*/ 602 h 903"/>
                <a:gd name="T58" fmla="*/ 260 w 903"/>
                <a:gd name="T59" fmla="*/ 877 h 903"/>
                <a:gd name="T60" fmla="*/ 257 w 903"/>
                <a:gd name="T61" fmla="*/ 883 h 903"/>
                <a:gd name="T62" fmla="*/ 256 w 903"/>
                <a:gd name="T63" fmla="*/ 888 h 903"/>
                <a:gd name="T64" fmla="*/ 257 w 903"/>
                <a:gd name="T65" fmla="*/ 893 h 903"/>
                <a:gd name="T66" fmla="*/ 260 w 903"/>
                <a:gd name="T67" fmla="*/ 899 h 903"/>
                <a:gd name="T68" fmla="*/ 265 w 903"/>
                <a:gd name="T69" fmla="*/ 902 h 903"/>
                <a:gd name="T70" fmla="*/ 271 w 903"/>
                <a:gd name="T71" fmla="*/ 903 h 903"/>
                <a:gd name="T72" fmla="*/ 277 w 903"/>
                <a:gd name="T73" fmla="*/ 902 h 903"/>
                <a:gd name="T74" fmla="*/ 281 w 903"/>
                <a:gd name="T75" fmla="*/ 899 h 903"/>
                <a:gd name="T76" fmla="*/ 621 w 903"/>
                <a:gd name="T77" fmla="*/ 899 h 903"/>
                <a:gd name="T78" fmla="*/ 627 w 903"/>
                <a:gd name="T79" fmla="*/ 902 h 903"/>
                <a:gd name="T80" fmla="*/ 632 w 903"/>
                <a:gd name="T81" fmla="*/ 903 h 903"/>
                <a:gd name="T82" fmla="*/ 637 w 903"/>
                <a:gd name="T83" fmla="*/ 902 h 903"/>
                <a:gd name="T84" fmla="*/ 643 w 903"/>
                <a:gd name="T85" fmla="*/ 899 h 903"/>
                <a:gd name="T86" fmla="*/ 646 w 903"/>
                <a:gd name="T87" fmla="*/ 893 h 903"/>
                <a:gd name="T88" fmla="*/ 647 w 903"/>
                <a:gd name="T89" fmla="*/ 888 h 903"/>
                <a:gd name="T90" fmla="*/ 646 w 903"/>
                <a:gd name="T91" fmla="*/ 883 h 903"/>
                <a:gd name="T92" fmla="*/ 643 w 903"/>
                <a:gd name="T93" fmla="*/ 877 h 903"/>
                <a:gd name="T94" fmla="*/ 467 w 903"/>
                <a:gd name="T95" fmla="*/ 602 h 903"/>
                <a:gd name="T96" fmla="*/ 892 w 903"/>
                <a:gd name="T97" fmla="*/ 602 h 903"/>
                <a:gd name="T98" fmla="*/ 897 w 903"/>
                <a:gd name="T99" fmla="*/ 599 h 903"/>
                <a:gd name="T100" fmla="*/ 900 w 903"/>
                <a:gd name="T101" fmla="*/ 595 h 903"/>
                <a:gd name="T102" fmla="*/ 902 w 903"/>
                <a:gd name="T103" fmla="*/ 590 h 903"/>
                <a:gd name="T104" fmla="*/ 903 w 903"/>
                <a:gd name="T105" fmla="*/ 15 h 903"/>
                <a:gd name="T106" fmla="*/ 902 w 903"/>
                <a:gd name="T107" fmla="*/ 8 h 903"/>
                <a:gd name="T108" fmla="*/ 899 w 903"/>
                <a:gd name="T109" fmla="*/ 4 h 903"/>
                <a:gd name="T110" fmla="*/ 894 w 903"/>
                <a:gd name="T111" fmla="*/ 1 h 903"/>
                <a:gd name="T112" fmla="*/ 888 w 903"/>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3" h="903">
                  <a:moveTo>
                    <a:pt x="813" y="496"/>
                  </a:moveTo>
                  <a:lnTo>
                    <a:pt x="812" y="500"/>
                  </a:lnTo>
                  <a:lnTo>
                    <a:pt x="811" y="502"/>
                  </a:lnTo>
                  <a:lnTo>
                    <a:pt x="810" y="505"/>
                  </a:lnTo>
                  <a:lnTo>
                    <a:pt x="808" y="507"/>
                  </a:lnTo>
                  <a:lnTo>
                    <a:pt x="806" y="509"/>
                  </a:lnTo>
                  <a:lnTo>
                    <a:pt x="804" y="510"/>
                  </a:lnTo>
                  <a:lnTo>
                    <a:pt x="800" y="511"/>
                  </a:lnTo>
                  <a:lnTo>
                    <a:pt x="797" y="511"/>
                  </a:lnTo>
                  <a:lnTo>
                    <a:pt x="105" y="511"/>
                  </a:lnTo>
                  <a:lnTo>
                    <a:pt x="102" y="511"/>
                  </a:lnTo>
                  <a:lnTo>
                    <a:pt x="99" y="510"/>
                  </a:lnTo>
                  <a:lnTo>
                    <a:pt x="97" y="509"/>
                  </a:lnTo>
                  <a:lnTo>
                    <a:pt x="95" y="507"/>
                  </a:lnTo>
                  <a:lnTo>
                    <a:pt x="93" y="505"/>
                  </a:lnTo>
                  <a:lnTo>
                    <a:pt x="92" y="502"/>
                  </a:lnTo>
                  <a:lnTo>
                    <a:pt x="90" y="500"/>
                  </a:lnTo>
                  <a:lnTo>
                    <a:pt x="90" y="496"/>
                  </a:lnTo>
                  <a:lnTo>
                    <a:pt x="90" y="316"/>
                  </a:lnTo>
                  <a:lnTo>
                    <a:pt x="90" y="105"/>
                  </a:lnTo>
                  <a:lnTo>
                    <a:pt x="90" y="102"/>
                  </a:lnTo>
                  <a:lnTo>
                    <a:pt x="92" y="100"/>
                  </a:lnTo>
                  <a:lnTo>
                    <a:pt x="93" y="96"/>
                  </a:lnTo>
                  <a:lnTo>
                    <a:pt x="95" y="94"/>
                  </a:lnTo>
                  <a:lnTo>
                    <a:pt x="97" y="92"/>
                  </a:lnTo>
                  <a:lnTo>
                    <a:pt x="99" y="91"/>
                  </a:lnTo>
                  <a:lnTo>
                    <a:pt x="102" y="90"/>
                  </a:lnTo>
                  <a:lnTo>
                    <a:pt x="105" y="90"/>
                  </a:lnTo>
                  <a:lnTo>
                    <a:pt x="798" y="90"/>
                  </a:lnTo>
                  <a:lnTo>
                    <a:pt x="800" y="90"/>
                  </a:lnTo>
                  <a:lnTo>
                    <a:pt x="804" y="91"/>
                  </a:lnTo>
                  <a:lnTo>
                    <a:pt x="806" y="92"/>
                  </a:lnTo>
                  <a:lnTo>
                    <a:pt x="808" y="94"/>
                  </a:lnTo>
                  <a:lnTo>
                    <a:pt x="810" y="96"/>
                  </a:lnTo>
                  <a:lnTo>
                    <a:pt x="811" y="100"/>
                  </a:lnTo>
                  <a:lnTo>
                    <a:pt x="812" y="102"/>
                  </a:lnTo>
                  <a:lnTo>
                    <a:pt x="813" y="105"/>
                  </a:lnTo>
                  <a:lnTo>
                    <a:pt x="813" y="496"/>
                  </a:lnTo>
                  <a:close/>
                  <a:moveTo>
                    <a:pt x="888" y="0"/>
                  </a:moveTo>
                  <a:lnTo>
                    <a:pt x="15" y="0"/>
                  </a:lnTo>
                  <a:lnTo>
                    <a:pt x="12" y="0"/>
                  </a:lnTo>
                  <a:lnTo>
                    <a:pt x="9" y="1"/>
                  </a:lnTo>
                  <a:lnTo>
                    <a:pt x="7" y="2"/>
                  </a:lnTo>
                  <a:lnTo>
                    <a:pt x="5" y="4"/>
                  </a:lnTo>
                  <a:lnTo>
                    <a:pt x="2" y="6"/>
                  </a:lnTo>
                  <a:lnTo>
                    <a:pt x="1" y="8"/>
                  </a:lnTo>
                  <a:lnTo>
                    <a:pt x="0" y="12"/>
                  </a:lnTo>
                  <a:lnTo>
                    <a:pt x="0" y="15"/>
                  </a:lnTo>
                  <a:lnTo>
                    <a:pt x="0" y="587"/>
                  </a:lnTo>
                  <a:lnTo>
                    <a:pt x="0" y="590"/>
                  </a:lnTo>
                  <a:lnTo>
                    <a:pt x="1" y="593"/>
                  </a:lnTo>
                  <a:lnTo>
                    <a:pt x="2" y="595"/>
                  </a:lnTo>
                  <a:lnTo>
                    <a:pt x="5" y="597"/>
                  </a:lnTo>
                  <a:lnTo>
                    <a:pt x="7" y="599"/>
                  </a:lnTo>
                  <a:lnTo>
                    <a:pt x="9" y="601"/>
                  </a:lnTo>
                  <a:lnTo>
                    <a:pt x="12" y="602"/>
                  </a:lnTo>
                  <a:lnTo>
                    <a:pt x="15" y="602"/>
                  </a:lnTo>
                  <a:lnTo>
                    <a:pt x="437" y="602"/>
                  </a:lnTo>
                  <a:lnTo>
                    <a:pt x="437" y="701"/>
                  </a:lnTo>
                  <a:lnTo>
                    <a:pt x="260" y="877"/>
                  </a:lnTo>
                  <a:lnTo>
                    <a:pt x="259" y="879"/>
                  </a:lnTo>
                  <a:lnTo>
                    <a:pt x="257" y="883"/>
                  </a:lnTo>
                  <a:lnTo>
                    <a:pt x="256" y="885"/>
                  </a:lnTo>
                  <a:lnTo>
                    <a:pt x="256" y="888"/>
                  </a:lnTo>
                  <a:lnTo>
                    <a:pt x="256" y="891"/>
                  </a:lnTo>
                  <a:lnTo>
                    <a:pt x="257" y="893"/>
                  </a:lnTo>
                  <a:lnTo>
                    <a:pt x="259" y="897"/>
                  </a:lnTo>
                  <a:lnTo>
                    <a:pt x="260" y="899"/>
                  </a:lnTo>
                  <a:lnTo>
                    <a:pt x="263" y="901"/>
                  </a:lnTo>
                  <a:lnTo>
                    <a:pt x="265" y="902"/>
                  </a:lnTo>
                  <a:lnTo>
                    <a:pt x="268" y="903"/>
                  </a:lnTo>
                  <a:lnTo>
                    <a:pt x="271" y="903"/>
                  </a:lnTo>
                  <a:lnTo>
                    <a:pt x="274" y="903"/>
                  </a:lnTo>
                  <a:lnTo>
                    <a:pt x="277" y="902"/>
                  </a:lnTo>
                  <a:lnTo>
                    <a:pt x="279" y="901"/>
                  </a:lnTo>
                  <a:lnTo>
                    <a:pt x="281" y="899"/>
                  </a:lnTo>
                  <a:lnTo>
                    <a:pt x="452" y="728"/>
                  </a:lnTo>
                  <a:lnTo>
                    <a:pt x="621" y="899"/>
                  </a:lnTo>
                  <a:lnTo>
                    <a:pt x="623" y="901"/>
                  </a:lnTo>
                  <a:lnTo>
                    <a:pt x="627" y="902"/>
                  </a:lnTo>
                  <a:lnTo>
                    <a:pt x="629" y="903"/>
                  </a:lnTo>
                  <a:lnTo>
                    <a:pt x="632" y="903"/>
                  </a:lnTo>
                  <a:lnTo>
                    <a:pt x="635" y="903"/>
                  </a:lnTo>
                  <a:lnTo>
                    <a:pt x="637" y="902"/>
                  </a:lnTo>
                  <a:lnTo>
                    <a:pt x="641" y="901"/>
                  </a:lnTo>
                  <a:lnTo>
                    <a:pt x="643" y="899"/>
                  </a:lnTo>
                  <a:lnTo>
                    <a:pt x="645" y="897"/>
                  </a:lnTo>
                  <a:lnTo>
                    <a:pt x="646" y="893"/>
                  </a:lnTo>
                  <a:lnTo>
                    <a:pt x="647" y="891"/>
                  </a:lnTo>
                  <a:lnTo>
                    <a:pt x="647" y="888"/>
                  </a:lnTo>
                  <a:lnTo>
                    <a:pt x="647" y="885"/>
                  </a:lnTo>
                  <a:lnTo>
                    <a:pt x="646" y="883"/>
                  </a:lnTo>
                  <a:lnTo>
                    <a:pt x="645" y="879"/>
                  </a:lnTo>
                  <a:lnTo>
                    <a:pt x="643" y="877"/>
                  </a:lnTo>
                  <a:lnTo>
                    <a:pt x="467" y="701"/>
                  </a:lnTo>
                  <a:lnTo>
                    <a:pt x="467" y="602"/>
                  </a:lnTo>
                  <a:lnTo>
                    <a:pt x="888" y="602"/>
                  </a:lnTo>
                  <a:lnTo>
                    <a:pt x="892" y="602"/>
                  </a:lnTo>
                  <a:lnTo>
                    <a:pt x="894" y="601"/>
                  </a:lnTo>
                  <a:lnTo>
                    <a:pt x="897" y="599"/>
                  </a:lnTo>
                  <a:lnTo>
                    <a:pt x="899" y="597"/>
                  </a:lnTo>
                  <a:lnTo>
                    <a:pt x="900" y="595"/>
                  </a:lnTo>
                  <a:lnTo>
                    <a:pt x="902" y="593"/>
                  </a:lnTo>
                  <a:lnTo>
                    <a:pt x="902" y="590"/>
                  </a:lnTo>
                  <a:lnTo>
                    <a:pt x="903" y="587"/>
                  </a:lnTo>
                  <a:lnTo>
                    <a:pt x="903" y="15"/>
                  </a:lnTo>
                  <a:lnTo>
                    <a:pt x="902" y="12"/>
                  </a:lnTo>
                  <a:lnTo>
                    <a:pt x="902" y="8"/>
                  </a:lnTo>
                  <a:lnTo>
                    <a:pt x="900" y="6"/>
                  </a:lnTo>
                  <a:lnTo>
                    <a:pt x="899" y="4"/>
                  </a:lnTo>
                  <a:lnTo>
                    <a:pt x="897" y="2"/>
                  </a:lnTo>
                  <a:lnTo>
                    <a:pt x="894" y="1"/>
                  </a:lnTo>
                  <a:lnTo>
                    <a:pt x="892" y="0"/>
                  </a:lnTo>
                  <a:lnTo>
                    <a:pt x="88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566">
              <a:extLst>
                <a:ext uri="{FF2B5EF4-FFF2-40B4-BE49-F238E27FC236}">
                  <a16:creationId xmlns:a16="http://schemas.microsoft.com/office/drawing/2014/main" id="{B7B50F87-A3AA-4FB6-9692-24BF5512FC5B}"/>
                </a:ext>
              </a:extLst>
            </p:cNvPr>
            <p:cNvSpPr>
              <a:spLocks/>
            </p:cNvSpPr>
            <p:nvPr/>
          </p:nvSpPr>
          <p:spPr bwMode="auto">
            <a:xfrm>
              <a:off x="2054225" y="4843463"/>
              <a:ext cx="200025" cy="73025"/>
            </a:xfrm>
            <a:custGeom>
              <a:avLst/>
              <a:gdLst>
                <a:gd name="T0" fmla="*/ 151 w 632"/>
                <a:gd name="T1" fmla="*/ 151 h 226"/>
                <a:gd name="T2" fmla="*/ 157 w 632"/>
                <a:gd name="T3" fmla="*/ 149 h 226"/>
                <a:gd name="T4" fmla="*/ 161 w 632"/>
                <a:gd name="T5" fmla="*/ 146 h 226"/>
                <a:gd name="T6" fmla="*/ 288 w 632"/>
                <a:gd name="T7" fmla="*/ 217 h 226"/>
                <a:gd name="T8" fmla="*/ 292 w 632"/>
                <a:gd name="T9" fmla="*/ 223 h 226"/>
                <a:gd name="T10" fmla="*/ 299 w 632"/>
                <a:gd name="T11" fmla="*/ 226 h 226"/>
                <a:gd name="T12" fmla="*/ 302 w 632"/>
                <a:gd name="T13" fmla="*/ 226 h 226"/>
                <a:gd name="T14" fmla="*/ 307 w 632"/>
                <a:gd name="T15" fmla="*/ 225 h 226"/>
                <a:gd name="T16" fmla="*/ 313 w 632"/>
                <a:gd name="T17" fmla="*/ 222 h 226"/>
                <a:gd name="T18" fmla="*/ 471 w 632"/>
                <a:gd name="T19" fmla="*/ 191 h 226"/>
                <a:gd name="T20" fmla="*/ 477 w 632"/>
                <a:gd name="T21" fmla="*/ 195 h 226"/>
                <a:gd name="T22" fmla="*/ 483 w 632"/>
                <a:gd name="T23" fmla="*/ 196 h 226"/>
                <a:gd name="T24" fmla="*/ 488 w 632"/>
                <a:gd name="T25" fmla="*/ 194 h 226"/>
                <a:gd name="T26" fmla="*/ 494 w 632"/>
                <a:gd name="T27" fmla="*/ 191 h 226"/>
                <a:gd name="T28" fmla="*/ 631 w 632"/>
                <a:gd name="T29" fmla="*/ 23 h 226"/>
                <a:gd name="T30" fmla="*/ 632 w 632"/>
                <a:gd name="T31" fmla="*/ 16 h 226"/>
                <a:gd name="T32" fmla="*/ 632 w 632"/>
                <a:gd name="T33" fmla="*/ 11 h 226"/>
                <a:gd name="T34" fmla="*/ 629 w 632"/>
                <a:gd name="T35" fmla="*/ 5 h 226"/>
                <a:gd name="T36" fmla="*/ 625 w 632"/>
                <a:gd name="T37" fmla="*/ 2 h 226"/>
                <a:gd name="T38" fmla="*/ 619 w 632"/>
                <a:gd name="T39" fmla="*/ 0 h 226"/>
                <a:gd name="T40" fmla="*/ 613 w 632"/>
                <a:gd name="T41" fmla="*/ 1 h 226"/>
                <a:gd name="T42" fmla="*/ 607 w 632"/>
                <a:gd name="T43" fmla="*/ 3 h 226"/>
                <a:gd name="T44" fmla="*/ 481 w 632"/>
                <a:gd name="T45" fmla="*/ 159 h 226"/>
                <a:gd name="T46" fmla="*/ 415 w 632"/>
                <a:gd name="T47" fmla="*/ 93 h 226"/>
                <a:gd name="T48" fmla="*/ 409 w 632"/>
                <a:gd name="T49" fmla="*/ 91 h 226"/>
                <a:gd name="T50" fmla="*/ 404 w 632"/>
                <a:gd name="T51" fmla="*/ 91 h 226"/>
                <a:gd name="T52" fmla="*/ 398 w 632"/>
                <a:gd name="T53" fmla="*/ 93 h 226"/>
                <a:gd name="T54" fmla="*/ 307 w 632"/>
                <a:gd name="T55" fmla="*/ 185 h 226"/>
                <a:gd name="T56" fmla="*/ 247 w 632"/>
                <a:gd name="T57" fmla="*/ 39 h 226"/>
                <a:gd name="T58" fmla="*/ 242 w 632"/>
                <a:gd name="T59" fmla="*/ 34 h 226"/>
                <a:gd name="T60" fmla="*/ 234 w 632"/>
                <a:gd name="T61" fmla="*/ 33 h 226"/>
                <a:gd name="T62" fmla="*/ 227 w 632"/>
                <a:gd name="T63" fmla="*/ 35 h 226"/>
                <a:gd name="T64" fmla="*/ 144 w 632"/>
                <a:gd name="T65" fmla="*/ 121 h 226"/>
                <a:gd name="T66" fmla="*/ 12 w 632"/>
                <a:gd name="T67" fmla="*/ 121 h 226"/>
                <a:gd name="T68" fmla="*/ 7 w 632"/>
                <a:gd name="T69" fmla="*/ 123 h 226"/>
                <a:gd name="T70" fmla="*/ 3 w 632"/>
                <a:gd name="T71" fmla="*/ 128 h 226"/>
                <a:gd name="T72" fmla="*/ 0 w 632"/>
                <a:gd name="T73" fmla="*/ 133 h 226"/>
                <a:gd name="T74" fmla="*/ 0 w 632"/>
                <a:gd name="T75" fmla="*/ 138 h 226"/>
                <a:gd name="T76" fmla="*/ 3 w 632"/>
                <a:gd name="T77" fmla="*/ 144 h 226"/>
                <a:gd name="T78" fmla="*/ 7 w 632"/>
                <a:gd name="T79" fmla="*/ 148 h 226"/>
                <a:gd name="T80" fmla="*/ 12 w 632"/>
                <a:gd name="T81" fmla="*/ 150 h 226"/>
                <a:gd name="T82" fmla="*/ 15 w 632"/>
                <a:gd name="T83" fmla="*/ 15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32" h="226">
                  <a:moveTo>
                    <a:pt x="15" y="151"/>
                  </a:moveTo>
                  <a:lnTo>
                    <a:pt x="151" y="151"/>
                  </a:lnTo>
                  <a:lnTo>
                    <a:pt x="154" y="150"/>
                  </a:lnTo>
                  <a:lnTo>
                    <a:pt x="157" y="149"/>
                  </a:lnTo>
                  <a:lnTo>
                    <a:pt x="159" y="148"/>
                  </a:lnTo>
                  <a:lnTo>
                    <a:pt x="161" y="146"/>
                  </a:lnTo>
                  <a:lnTo>
                    <a:pt x="230" y="75"/>
                  </a:lnTo>
                  <a:lnTo>
                    <a:pt x="288" y="217"/>
                  </a:lnTo>
                  <a:lnTo>
                    <a:pt x="289" y="220"/>
                  </a:lnTo>
                  <a:lnTo>
                    <a:pt x="292" y="223"/>
                  </a:lnTo>
                  <a:lnTo>
                    <a:pt x="294" y="224"/>
                  </a:lnTo>
                  <a:lnTo>
                    <a:pt x="299" y="226"/>
                  </a:lnTo>
                  <a:lnTo>
                    <a:pt x="300" y="226"/>
                  </a:lnTo>
                  <a:lnTo>
                    <a:pt x="302" y="226"/>
                  </a:lnTo>
                  <a:lnTo>
                    <a:pt x="304" y="226"/>
                  </a:lnTo>
                  <a:lnTo>
                    <a:pt x="307" y="225"/>
                  </a:lnTo>
                  <a:lnTo>
                    <a:pt x="309" y="223"/>
                  </a:lnTo>
                  <a:lnTo>
                    <a:pt x="313" y="222"/>
                  </a:lnTo>
                  <a:lnTo>
                    <a:pt x="407" y="127"/>
                  </a:lnTo>
                  <a:lnTo>
                    <a:pt x="471" y="191"/>
                  </a:lnTo>
                  <a:lnTo>
                    <a:pt x="473" y="193"/>
                  </a:lnTo>
                  <a:lnTo>
                    <a:pt x="477" y="195"/>
                  </a:lnTo>
                  <a:lnTo>
                    <a:pt x="480" y="196"/>
                  </a:lnTo>
                  <a:lnTo>
                    <a:pt x="483" y="196"/>
                  </a:lnTo>
                  <a:lnTo>
                    <a:pt x="486" y="195"/>
                  </a:lnTo>
                  <a:lnTo>
                    <a:pt x="488" y="194"/>
                  </a:lnTo>
                  <a:lnTo>
                    <a:pt x="492" y="193"/>
                  </a:lnTo>
                  <a:lnTo>
                    <a:pt x="494" y="191"/>
                  </a:lnTo>
                  <a:lnTo>
                    <a:pt x="629" y="25"/>
                  </a:lnTo>
                  <a:lnTo>
                    <a:pt x="631" y="23"/>
                  </a:lnTo>
                  <a:lnTo>
                    <a:pt x="632" y="19"/>
                  </a:lnTo>
                  <a:lnTo>
                    <a:pt x="632" y="16"/>
                  </a:lnTo>
                  <a:lnTo>
                    <a:pt x="632" y="14"/>
                  </a:lnTo>
                  <a:lnTo>
                    <a:pt x="632" y="11"/>
                  </a:lnTo>
                  <a:lnTo>
                    <a:pt x="631" y="9"/>
                  </a:lnTo>
                  <a:lnTo>
                    <a:pt x="629" y="5"/>
                  </a:lnTo>
                  <a:lnTo>
                    <a:pt x="627" y="3"/>
                  </a:lnTo>
                  <a:lnTo>
                    <a:pt x="625" y="2"/>
                  </a:lnTo>
                  <a:lnTo>
                    <a:pt x="621" y="1"/>
                  </a:lnTo>
                  <a:lnTo>
                    <a:pt x="619" y="0"/>
                  </a:lnTo>
                  <a:lnTo>
                    <a:pt x="616" y="0"/>
                  </a:lnTo>
                  <a:lnTo>
                    <a:pt x="613" y="1"/>
                  </a:lnTo>
                  <a:lnTo>
                    <a:pt x="611" y="2"/>
                  </a:lnTo>
                  <a:lnTo>
                    <a:pt x="607" y="3"/>
                  </a:lnTo>
                  <a:lnTo>
                    <a:pt x="605" y="5"/>
                  </a:lnTo>
                  <a:lnTo>
                    <a:pt x="481" y="159"/>
                  </a:lnTo>
                  <a:lnTo>
                    <a:pt x="418" y="95"/>
                  </a:lnTo>
                  <a:lnTo>
                    <a:pt x="415" y="93"/>
                  </a:lnTo>
                  <a:lnTo>
                    <a:pt x="412" y="91"/>
                  </a:lnTo>
                  <a:lnTo>
                    <a:pt x="409" y="91"/>
                  </a:lnTo>
                  <a:lnTo>
                    <a:pt x="407" y="90"/>
                  </a:lnTo>
                  <a:lnTo>
                    <a:pt x="404" y="91"/>
                  </a:lnTo>
                  <a:lnTo>
                    <a:pt x="400" y="91"/>
                  </a:lnTo>
                  <a:lnTo>
                    <a:pt x="398" y="93"/>
                  </a:lnTo>
                  <a:lnTo>
                    <a:pt x="396" y="95"/>
                  </a:lnTo>
                  <a:lnTo>
                    <a:pt x="307" y="185"/>
                  </a:lnTo>
                  <a:lnTo>
                    <a:pt x="249" y="42"/>
                  </a:lnTo>
                  <a:lnTo>
                    <a:pt x="247" y="39"/>
                  </a:lnTo>
                  <a:lnTo>
                    <a:pt x="244" y="36"/>
                  </a:lnTo>
                  <a:lnTo>
                    <a:pt x="242" y="34"/>
                  </a:lnTo>
                  <a:lnTo>
                    <a:pt x="237" y="33"/>
                  </a:lnTo>
                  <a:lnTo>
                    <a:pt x="234" y="33"/>
                  </a:lnTo>
                  <a:lnTo>
                    <a:pt x="230" y="33"/>
                  </a:lnTo>
                  <a:lnTo>
                    <a:pt x="227" y="35"/>
                  </a:lnTo>
                  <a:lnTo>
                    <a:pt x="224" y="38"/>
                  </a:lnTo>
                  <a:lnTo>
                    <a:pt x="144" y="121"/>
                  </a:lnTo>
                  <a:lnTo>
                    <a:pt x="15" y="121"/>
                  </a:lnTo>
                  <a:lnTo>
                    <a:pt x="12" y="121"/>
                  </a:lnTo>
                  <a:lnTo>
                    <a:pt x="9" y="122"/>
                  </a:lnTo>
                  <a:lnTo>
                    <a:pt x="7" y="123"/>
                  </a:lnTo>
                  <a:lnTo>
                    <a:pt x="5" y="126"/>
                  </a:lnTo>
                  <a:lnTo>
                    <a:pt x="3" y="128"/>
                  </a:lnTo>
                  <a:lnTo>
                    <a:pt x="2" y="130"/>
                  </a:lnTo>
                  <a:lnTo>
                    <a:pt x="0" y="133"/>
                  </a:lnTo>
                  <a:lnTo>
                    <a:pt x="0" y="136"/>
                  </a:lnTo>
                  <a:lnTo>
                    <a:pt x="0" y="138"/>
                  </a:lnTo>
                  <a:lnTo>
                    <a:pt x="2" y="142"/>
                  </a:lnTo>
                  <a:lnTo>
                    <a:pt x="3" y="144"/>
                  </a:lnTo>
                  <a:lnTo>
                    <a:pt x="5" y="146"/>
                  </a:lnTo>
                  <a:lnTo>
                    <a:pt x="7" y="148"/>
                  </a:lnTo>
                  <a:lnTo>
                    <a:pt x="9" y="150"/>
                  </a:lnTo>
                  <a:lnTo>
                    <a:pt x="12" y="150"/>
                  </a:lnTo>
                  <a:lnTo>
                    <a:pt x="15" y="151"/>
                  </a:lnTo>
                  <a:lnTo>
                    <a:pt x="15" y="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38784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 22">
            <a:extLst>
              <a:ext uri="{FF2B5EF4-FFF2-40B4-BE49-F238E27FC236}">
                <a16:creationId xmlns:a16="http://schemas.microsoft.com/office/drawing/2014/main" id="{364CFD90-D0E1-4BC3-9D8B-7503E2632C39}"/>
              </a:ext>
              <a:ext uri="{C183D7F6-B498-43B3-948B-1728B52AA6E4}">
                <adec:decorative xmlns:adec="http://schemas.microsoft.com/office/drawing/2017/decorative" val="1"/>
              </a:ext>
            </a:extLst>
          </p:cNvPr>
          <p:cNvSpPr/>
          <p:nvPr/>
        </p:nvSpPr>
        <p:spPr>
          <a:xfrm>
            <a:off x="4111626" y="1720850"/>
            <a:ext cx="3968750" cy="3968750"/>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hidden="1">
            <a:extLst>
              <a:ext uri="{FF2B5EF4-FFF2-40B4-BE49-F238E27FC236}">
                <a16:creationId xmlns:a16="http://schemas.microsoft.com/office/drawing/2014/main" id="{B5981CF1-BC08-49F8-B0F9-AAF98EC67450}"/>
              </a:ext>
            </a:extLst>
          </p:cNvPr>
          <p:cNvSpPr>
            <a:spLocks noGrp="1"/>
          </p:cNvSpPr>
          <p:nvPr>
            <p:ph type="title" idx="4294967295"/>
          </p:nvPr>
        </p:nvSpPr>
        <p:spPr>
          <a:xfrm>
            <a:off x="0" y="365125"/>
            <a:ext cx="10515600" cy="1325563"/>
          </a:xfrm>
        </p:spPr>
        <p:txBody>
          <a:bodyPr/>
          <a:lstStyle/>
          <a:p>
            <a:r>
              <a:rPr lang="en-US" dirty="0"/>
              <a:t>Project analysis slide 2</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Project Analysis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E3ECCC05-FF78-40FA-84FF-172821D8B58A}"/>
              </a:ext>
              <a:ext uri="{C183D7F6-B498-43B3-948B-1728B52AA6E4}">
                <adec:decorative xmlns:adec="http://schemas.microsoft.com/office/drawing/2017/decorative" val="1"/>
              </a:ext>
            </a:extLst>
          </p:cNvPr>
          <p:cNvSpPr/>
          <p:nvPr/>
        </p:nvSpPr>
        <p:spPr>
          <a:xfrm>
            <a:off x="4922136" y="2660650"/>
            <a:ext cx="2475660" cy="229552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mj-lt"/>
              </a:rPr>
              <a:t>Flight Price Prediction</a:t>
            </a:r>
          </a:p>
        </p:txBody>
      </p:sp>
      <p:sp>
        <p:nvSpPr>
          <p:cNvPr id="16" name="Rectangle: Rounded Corners 15">
            <a:extLst>
              <a:ext uri="{FF2B5EF4-FFF2-40B4-BE49-F238E27FC236}">
                <a16:creationId xmlns:a16="http://schemas.microsoft.com/office/drawing/2014/main" id="{D6178536-4D8A-4FF2-BBDC-4B3E7E0FCF26}"/>
              </a:ext>
              <a:ext uri="{C183D7F6-B498-43B3-948B-1728B52AA6E4}">
                <adec:decorative xmlns:adec="http://schemas.microsoft.com/office/drawing/2017/decorative" val="1"/>
              </a:ext>
            </a:extLst>
          </p:cNvPr>
          <p:cNvSpPr/>
          <p:nvPr/>
        </p:nvSpPr>
        <p:spPr>
          <a:xfrm>
            <a:off x="6943725" y="1613877"/>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Visualization</a:t>
            </a:r>
          </a:p>
        </p:txBody>
      </p:sp>
      <p:sp>
        <p:nvSpPr>
          <p:cNvPr id="15" name="Oval 14">
            <a:extLst>
              <a:ext uri="{FF2B5EF4-FFF2-40B4-BE49-F238E27FC236}">
                <a16:creationId xmlns:a16="http://schemas.microsoft.com/office/drawing/2014/main" id="{416F1356-9015-4B5C-9C64-3C1D963E5F59}"/>
              </a:ext>
              <a:ext uri="{C183D7F6-B498-43B3-948B-1728B52AA6E4}">
                <adec:decorative xmlns:adec="http://schemas.microsoft.com/office/drawing/2017/decorative" val="1"/>
              </a:ext>
            </a:extLst>
          </p:cNvPr>
          <p:cNvSpPr/>
          <p:nvPr/>
        </p:nvSpPr>
        <p:spPr>
          <a:xfrm>
            <a:off x="6832600" y="1514475"/>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Rounded Corners 18">
            <a:extLst>
              <a:ext uri="{FF2B5EF4-FFF2-40B4-BE49-F238E27FC236}">
                <a16:creationId xmlns:a16="http://schemas.microsoft.com/office/drawing/2014/main" id="{EB7F2E37-0ACF-4E8A-9C1D-EC5B65BA2906}"/>
              </a:ext>
              <a:ext uri="{C183D7F6-B498-43B3-948B-1728B52AA6E4}">
                <adec:decorative xmlns:adec="http://schemas.microsoft.com/office/drawing/2017/decorative" val="1"/>
              </a:ext>
            </a:extLst>
          </p:cNvPr>
          <p:cNvSpPr/>
          <p:nvPr/>
        </p:nvSpPr>
        <p:spPr>
          <a:xfrm>
            <a:off x="7693025" y="3334727"/>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Model</a:t>
            </a:r>
          </a:p>
        </p:txBody>
      </p:sp>
      <p:sp>
        <p:nvSpPr>
          <p:cNvPr id="20" name="Oval 19">
            <a:extLst>
              <a:ext uri="{FF2B5EF4-FFF2-40B4-BE49-F238E27FC236}">
                <a16:creationId xmlns:a16="http://schemas.microsoft.com/office/drawing/2014/main" id="{88F812F5-70AF-4FBD-80D9-D59B3C456D5E}"/>
              </a:ext>
              <a:ext uri="{C183D7F6-B498-43B3-948B-1728B52AA6E4}">
                <adec:decorative xmlns:adec="http://schemas.microsoft.com/office/drawing/2017/decorative" val="1"/>
              </a:ext>
            </a:extLst>
          </p:cNvPr>
          <p:cNvSpPr/>
          <p:nvPr/>
        </p:nvSpPr>
        <p:spPr>
          <a:xfrm>
            <a:off x="7490264" y="3235325"/>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Rounded Corners 20">
            <a:extLst>
              <a:ext uri="{FF2B5EF4-FFF2-40B4-BE49-F238E27FC236}">
                <a16:creationId xmlns:a16="http://schemas.microsoft.com/office/drawing/2014/main" id="{952C5002-7E64-4069-ACA0-6876E54A9B46}"/>
              </a:ext>
              <a:ext uri="{C183D7F6-B498-43B3-948B-1728B52AA6E4}">
                <adec:decorative xmlns:adec="http://schemas.microsoft.com/office/drawing/2017/decorative" val="1"/>
              </a:ext>
            </a:extLst>
          </p:cNvPr>
          <p:cNvSpPr/>
          <p:nvPr/>
        </p:nvSpPr>
        <p:spPr>
          <a:xfrm>
            <a:off x="6943725" y="5154978"/>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Conclusion</a:t>
            </a:r>
          </a:p>
        </p:txBody>
      </p:sp>
      <p:sp>
        <p:nvSpPr>
          <p:cNvPr id="22" name="Oval 21">
            <a:extLst>
              <a:ext uri="{FF2B5EF4-FFF2-40B4-BE49-F238E27FC236}">
                <a16:creationId xmlns:a16="http://schemas.microsoft.com/office/drawing/2014/main" id="{A49C5F3A-6F0D-4A0F-AE6E-92F342C22ACD}"/>
              </a:ext>
              <a:ext uri="{C183D7F6-B498-43B3-948B-1728B52AA6E4}">
                <adec:decorative xmlns:adec="http://schemas.microsoft.com/office/drawing/2017/decorative" val="1"/>
              </a:ext>
            </a:extLst>
          </p:cNvPr>
          <p:cNvSpPr/>
          <p:nvPr/>
        </p:nvSpPr>
        <p:spPr>
          <a:xfrm>
            <a:off x="6832600" y="5055576"/>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94A75A79-A67A-4A23-8588-7FC5EB9A5183}"/>
              </a:ext>
              <a:ext uri="{C183D7F6-B498-43B3-948B-1728B52AA6E4}">
                <adec:decorative xmlns:adec="http://schemas.microsoft.com/office/drawing/2017/decorative" val="1"/>
              </a:ext>
            </a:extLst>
          </p:cNvPr>
          <p:cNvSpPr/>
          <p:nvPr/>
        </p:nvSpPr>
        <p:spPr>
          <a:xfrm>
            <a:off x="1587500" y="1613877"/>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t>Inrtoduction</a:t>
            </a:r>
            <a:endParaRPr lang="en-US" sz="1600" dirty="0"/>
          </a:p>
        </p:txBody>
      </p:sp>
      <p:sp>
        <p:nvSpPr>
          <p:cNvPr id="26" name="Oval 25">
            <a:extLst>
              <a:ext uri="{FF2B5EF4-FFF2-40B4-BE49-F238E27FC236}">
                <a16:creationId xmlns:a16="http://schemas.microsoft.com/office/drawing/2014/main" id="{BBC62739-FA35-49F8-8929-743B31F55A69}"/>
              </a:ext>
              <a:ext uri="{C183D7F6-B498-43B3-948B-1728B52AA6E4}">
                <adec:decorative xmlns:adec="http://schemas.microsoft.com/office/drawing/2017/decorative" val="1"/>
              </a:ext>
            </a:extLst>
          </p:cNvPr>
          <p:cNvSpPr/>
          <p:nvPr/>
        </p:nvSpPr>
        <p:spPr>
          <a:xfrm>
            <a:off x="4419600" y="1514475"/>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Rounded Corners 26">
            <a:extLst>
              <a:ext uri="{FF2B5EF4-FFF2-40B4-BE49-F238E27FC236}">
                <a16:creationId xmlns:a16="http://schemas.microsoft.com/office/drawing/2014/main" id="{71BB375D-5EE6-4428-9817-2C7DB6B94332}"/>
              </a:ext>
              <a:ext uri="{C183D7F6-B498-43B3-948B-1728B52AA6E4}">
                <adec:decorative xmlns:adec="http://schemas.microsoft.com/office/drawing/2017/decorative" val="1"/>
              </a:ext>
            </a:extLst>
          </p:cNvPr>
          <p:cNvSpPr/>
          <p:nvPr/>
        </p:nvSpPr>
        <p:spPr>
          <a:xfrm>
            <a:off x="838200" y="3334727"/>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Dataset and Features</a:t>
            </a:r>
          </a:p>
        </p:txBody>
      </p:sp>
      <p:sp>
        <p:nvSpPr>
          <p:cNvPr id="28" name="Oval 27">
            <a:extLst>
              <a:ext uri="{FF2B5EF4-FFF2-40B4-BE49-F238E27FC236}">
                <a16:creationId xmlns:a16="http://schemas.microsoft.com/office/drawing/2014/main" id="{B3A511B7-C7F3-4107-9962-1E10D2E087DD}"/>
              </a:ext>
              <a:ext uri="{C183D7F6-B498-43B3-948B-1728B52AA6E4}">
                <adec:decorative xmlns:adec="http://schemas.microsoft.com/office/drawing/2017/decorative" val="1"/>
              </a:ext>
            </a:extLst>
          </p:cNvPr>
          <p:cNvSpPr/>
          <p:nvPr/>
        </p:nvSpPr>
        <p:spPr>
          <a:xfrm>
            <a:off x="3670300" y="3235325"/>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Rounded Corners 28">
            <a:extLst>
              <a:ext uri="{FF2B5EF4-FFF2-40B4-BE49-F238E27FC236}">
                <a16:creationId xmlns:a16="http://schemas.microsoft.com/office/drawing/2014/main" id="{D4D7D4B6-62C2-45AB-89A5-3A41DA021FD2}"/>
              </a:ext>
              <a:ext uri="{C183D7F6-B498-43B3-948B-1728B52AA6E4}">
                <adec:decorative xmlns:adec="http://schemas.microsoft.com/office/drawing/2017/decorative" val="1"/>
              </a:ext>
            </a:extLst>
          </p:cNvPr>
          <p:cNvSpPr/>
          <p:nvPr/>
        </p:nvSpPr>
        <p:spPr>
          <a:xfrm>
            <a:off x="1587500" y="5154978"/>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Processing</a:t>
            </a:r>
          </a:p>
        </p:txBody>
      </p:sp>
      <p:sp>
        <p:nvSpPr>
          <p:cNvPr id="30" name="Oval 29">
            <a:extLst>
              <a:ext uri="{FF2B5EF4-FFF2-40B4-BE49-F238E27FC236}">
                <a16:creationId xmlns:a16="http://schemas.microsoft.com/office/drawing/2014/main" id="{83902602-D4BC-4D44-AC14-BB55A86C5D06}"/>
              </a:ext>
              <a:ext uri="{C183D7F6-B498-43B3-948B-1728B52AA6E4}">
                <adec:decorative xmlns:adec="http://schemas.microsoft.com/office/drawing/2017/decorative" val="1"/>
              </a:ext>
            </a:extLst>
          </p:cNvPr>
          <p:cNvSpPr/>
          <p:nvPr/>
        </p:nvSpPr>
        <p:spPr>
          <a:xfrm>
            <a:off x="4419600" y="5055576"/>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1" name="Group 30" descr="Icons of bar chart and line graph.">
            <a:extLst>
              <a:ext uri="{FF2B5EF4-FFF2-40B4-BE49-F238E27FC236}">
                <a16:creationId xmlns:a16="http://schemas.microsoft.com/office/drawing/2014/main" id="{044C3643-8A0E-47C1-BEB8-C73203B5E58D}"/>
              </a:ext>
            </a:extLst>
          </p:cNvPr>
          <p:cNvGrpSpPr/>
          <p:nvPr/>
        </p:nvGrpSpPr>
        <p:grpSpPr>
          <a:xfrm>
            <a:off x="7133464" y="1774031"/>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56E8F5A5-5318-470B-8F42-337C264086AA}"/>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6AA1356D-8F1B-4281-BEC5-5B4EBF7467B1}"/>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6FB02354-C73F-4DCF-8004-E9CCA66963EA}"/>
              </a:ext>
            </a:extLst>
          </p:cNvPr>
          <p:cNvSpPr>
            <a:spLocks noEditPoints="1"/>
          </p:cNvSpPr>
          <p:nvPr/>
        </p:nvSpPr>
        <p:spPr bwMode="auto">
          <a:xfrm>
            <a:off x="4717582" y="1774031"/>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5" name="Freeform 4665" descr="Icon of graph. ">
            <a:extLst>
              <a:ext uri="{FF2B5EF4-FFF2-40B4-BE49-F238E27FC236}">
                <a16:creationId xmlns:a16="http://schemas.microsoft.com/office/drawing/2014/main" id="{557E39B2-E017-4E5C-B53E-DDE3B9D4C92C}"/>
              </a:ext>
            </a:extLst>
          </p:cNvPr>
          <p:cNvSpPr>
            <a:spLocks/>
          </p:cNvSpPr>
          <p:nvPr/>
        </p:nvSpPr>
        <p:spPr bwMode="auto">
          <a:xfrm>
            <a:off x="7877961" y="3531386"/>
            <a:ext cx="347679" cy="347679"/>
          </a:xfrm>
          <a:custGeom>
            <a:avLst/>
            <a:gdLst>
              <a:gd name="T0" fmla="*/ 761 w 904"/>
              <a:gd name="T1" fmla="*/ 213 h 903"/>
              <a:gd name="T2" fmla="*/ 754 w 904"/>
              <a:gd name="T3" fmla="*/ 225 h 903"/>
              <a:gd name="T4" fmla="*/ 576 w 904"/>
              <a:gd name="T5" fmla="*/ 277 h 903"/>
              <a:gd name="T6" fmla="*/ 498 w 904"/>
              <a:gd name="T7" fmla="*/ 298 h 903"/>
              <a:gd name="T8" fmla="*/ 431 w 904"/>
              <a:gd name="T9" fmla="*/ 329 h 903"/>
              <a:gd name="T10" fmla="*/ 578 w 904"/>
              <a:gd name="T11" fmla="*/ 170 h 903"/>
              <a:gd name="T12" fmla="*/ 618 w 904"/>
              <a:gd name="T13" fmla="*/ 180 h 903"/>
              <a:gd name="T14" fmla="*/ 661 w 904"/>
              <a:gd name="T15" fmla="*/ 169 h 903"/>
              <a:gd name="T16" fmla="*/ 693 w 904"/>
              <a:gd name="T17" fmla="*/ 141 h 903"/>
              <a:gd name="T18" fmla="*/ 707 w 904"/>
              <a:gd name="T19" fmla="*/ 99 h 903"/>
              <a:gd name="T20" fmla="*/ 701 w 904"/>
              <a:gd name="T21" fmla="*/ 55 h 903"/>
              <a:gd name="T22" fmla="*/ 676 w 904"/>
              <a:gd name="T23" fmla="*/ 20 h 903"/>
              <a:gd name="T24" fmla="*/ 636 w 904"/>
              <a:gd name="T25" fmla="*/ 2 h 903"/>
              <a:gd name="T26" fmla="*/ 591 w 904"/>
              <a:gd name="T27" fmla="*/ 4 h 903"/>
              <a:gd name="T28" fmla="*/ 554 w 904"/>
              <a:gd name="T29" fmla="*/ 25 h 903"/>
              <a:gd name="T30" fmla="*/ 531 w 904"/>
              <a:gd name="T31" fmla="*/ 63 h 903"/>
              <a:gd name="T32" fmla="*/ 532 w 904"/>
              <a:gd name="T33" fmla="*/ 118 h 903"/>
              <a:gd name="T34" fmla="*/ 369 w 904"/>
              <a:gd name="T35" fmla="*/ 289 h 903"/>
              <a:gd name="T36" fmla="*/ 325 w 904"/>
              <a:gd name="T37" fmla="*/ 289 h 903"/>
              <a:gd name="T38" fmla="*/ 294 w 904"/>
              <a:gd name="T39" fmla="*/ 308 h 903"/>
              <a:gd name="T40" fmla="*/ 275 w 904"/>
              <a:gd name="T41" fmla="*/ 338 h 903"/>
              <a:gd name="T42" fmla="*/ 275 w 904"/>
              <a:gd name="T43" fmla="*/ 383 h 903"/>
              <a:gd name="T44" fmla="*/ 113 w 904"/>
              <a:gd name="T45" fmla="*/ 545 h 903"/>
              <a:gd name="T46" fmla="*/ 64 w 904"/>
              <a:gd name="T47" fmla="*/ 546 h 903"/>
              <a:gd name="T48" fmla="*/ 26 w 904"/>
              <a:gd name="T49" fmla="*/ 568 h 903"/>
              <a:gd name="T50" fmla="*/ 5 w 904"/>
              <a:gd name="T51" fmla="*/ 605 h 903"/>
              <a:gd name="T52" fmla="*/ 3 w 904"/>
              <a:gd name="T53" fmla="*/ 650 h 903"/>
              <a:gd name="T54" fmla="*/ 21 w 904"/>
              <a:gd name="T55" fmla="*/ 690 h 903"/>
              <a:gd name="T56" fmla="*/ 56 w 904"/>
              <a:gd name="T57" fmla="*/ 716 h 903"/>
              <a:gd name="T58" fmla="*/ 100 w 904"/>
              <a:gd name="T59" fmla="*/ 722 h 903"/>
              <a:gd name="T60" fmla="*/ 142 w 904"/>
              <a:gd name="T61" fmla="*/ 706 h 903"/>
              <a:gd name="T62" fmla="*/ 170 w 904"/>
              <a:gd name="T63" fmla="*/ 675 h 903"/>
              <a:gd name="T64" fmla="*/ 181 w 904"/>
              <a:gd name="T65" fmla="*/ 632 h 903"/>
              <a:gd name="T66" fmla="*/ 171 w 904"/>
              <a:gd name="T67" fmla="*/ 591 h 903"/>
              <a:gd name="T68" fmla="*/ 316 w 904"/>
              <a:gd name="T69" fmla="*/ 430 h 903"/>
              <a:gd name="T70" fmla="*/ 286 w 904"/>
              <a:gd name="T71" fmla="*/ 538 h 903"/>
              <a:gd name="T72" fmla="*/ 271 w 904"/>
              <a:gd name="T73" fmla="*/ 753 h 903"/>
              <a:gd name="T74" fmla="*/ 216 w 904"/>
              <a:gd name="T75" fmla="*/ 757 h 903"/>
              <a:gd name="T76" fmla="*/ 212 w 904"/>
              <a:gd name="T77" fmla="*/ 888 h 903"/>
              <a:gd name="T78" fmla="*/ 218 w 904"/>
              <a:gd name="T79" fmla="*/ 901 h 903"/>
              <a:gd name="T80" fmla="*/ 349 w 904"/>
              <a:gd name="T81" fmla="*/ 903 h 903"/>
              <a:gd name="T82" fmla="*/ 361 w 904"/>
              <a:gd name="T83" fmla="*/ 894 h 903"/>
              <a:gd name="T84" fmla="*/ 361 w 904"/>
              <a:gd name="T85" fmla="*/ 762 h 903"/>
              <a:gd name="T86" fmla="*/ 349 w 904"/>
              <a:gd name="T87" fmla="*/ 753 h 903"/>
              <a:gd name="T88" fmla="*/ 305 w 904"/>
              <a:gd name="T89" fmla="*/ 597 h 903"/>
              <a:gd name="T90" fmla="*/ 343 w 904"/>
              <a:gd name="T91" fmla="*/ 469 h 903"/>
              <a:gd name="T92" fmla="*/ 383 w 904"/>
              <a:gd name="T93" fmla="*/ 426 h 903"/>
              <a:gd name="T94" fmla="*/ 418 w 904"/>
              <a:gd name="T95" fmla="*/ 383 h 903"/>
              <a:gd name="T96" fmla="*/ 471 w 904"/>
              <a:gd name="T97" fmla="*/ 342 h 903"/>
              <a:gd name="T98" fmla="*/ 544 w 904"/>
              <a:gd name="T99" fmla="*/ 315 h 903"/>
              <a:gd name="T100" fmla="*/ 627 w 904"/>
              <a:gd name="T101" fmla="*/ 302 h 903"/>
              <a:gd name="T102" fmla="*/ 754 w 904"/>
              <a:gd name="T103" fmla="*/ 348 h 903"/>
              <a:gd name="T104" fmla="*/ 763 w 904"/>
              <a:gd name="T105" fmla="*/ 360 h 903"/>
              <a:gd name="T106" fmla="*/ 895 w 904"/>
              <a:gd name="T107" fmla="*/ 360 h 903"/>
              <a:gd name="T108" fmla="*/ 904 w 904"/>
              <a:gd name="T109" fmla="*/ 348 h 903"/>
              <a:gd name="T110" fmla="*/ 902 w 904"/>
              <a:gd name="T111" fmla="*/ 217 h 903"/>
              <a:gd name="T112" fmla="*/ 889 w 904"/>
              <a:gd name="T113" fmla="*/ 211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4" h="903">
                <a:moveTo>
                  <a:pt x="889" y="211"/>
                </a:moveTo>
                <a:lnTo>
                  <a:pt x="768" y="211"/>
                </a:lnTo>
                <a:lnTo>
                  <a:pt x="765" y="211"/>
                </a:lnTo>
                <a:lnTo>
                  <a:pt x="763" y="212"/>
                </a:lnTo>
                <a:lnTo>
                  <a:pt x="761" y="213"/>
                </a:lnTo>
                <a:lnTo>
                  <a:pt x="758" y="215"/>
                </a:lnTo>
                <a:lnTo>
                  <a:pt x="756" y="217"/>
                </a:lnTo>
                <a:lnTo>
                  <a:pt x="755" y="220"/>
                </a:lnTo>
                <a:lnTo>
                  <a:pt x="754" y="222"/>
                </a:lnTo>
                <a:lnTo>
                  <a:pt x="754" y="225"/>
                </a:lnTo>
                <a:lnTo>
                  <a:pt x="754" y="271"/>
                </a:lnTo>
                <a:lnTo>
                  <a:pt x="663" y="271"/>
                </a:lnTo>
                <a:lnTo>
                  <a:pt x="627" y="272"/>
                </a:lnTo>
                <a:lnTo>
                  <a:pt x="593" y="275"/>
                </a:lnTo>
                <a:lnTo>
                  <a:pt x="576" y="277"/>
                </a:lnTo>
                <a:lnTo>
                  <a:pt x="561" y="281"/>
                </a:lnTo>
                <a:lnTo>
                  <a:pt x="545" y="284"/>
                </a:lnTo>
                <a:lnTo>
                  <a:pt x="529" y="287"/>
                </a:lnTo>
                <a:lnTo>
                  <a:pt x="513" y="292"/>
                </a:lnTo>
                <a:lnTo>
                  <a:pt x="498" y="298"/>
                </a:lnTo>
                <a:lnTo>
                  <a:pt x="484" y="302"/>
                </a:lnTo>
                <a:lnTo>
                  <a:pt x="470" y="309"/>
                </a:lnTo>
                <a:lnTo>
                  <a:pt x="457" y="315"/>
                </a:lnTo>
                <a:lnTo>
                  <a:pt x="443" y="323"/>
                </a:lnTo>
                <a:lnTo>
                  <a:pt x="431" y="329"/>
                </a:lnTo>
                <a:lnTo>
                  <a:pt x="418" y="337"/>
                </a:lnTo>
                <a:lnTo>
                  <a:pt x="415" y="328"/>
                </a:lnTo>
                <a:lnTo>
                  <a:pt x="409" y="319"/>
                </a:lnTo>
                <a:lnTo>
                  <a:pt x="565" y="163"/>
                </a:lnTo>
                <a:lnTo>
                  <a:pt x="578" y="170"/>
                </a:lnTo>
                <a:lnTo>
                  <a:pt x="590" y="176"/>
                </a:lnTo>
                <a:lnTo>
                  <a:pt x="597" y="178"/>
                </a:lnTo>
                <a:lnTo>
                  <a:pt x="604" y="179"/>
                </a:lnTo>
                <a:lnTo>
                  <a:pt x="610" y="180"/>
                </a:lnTo>
                <a:lnTo>
                  <a:pt x="618" y="180"/>
                </a:lnTo>
                <a:lnTo>
                  <a:pt x="627" y="180"/>
                </a:lnTo>
                <a:lnTo>
                  <a:pt x="636" y="178"/>
                </a:lnTo>
                <a:lnTo>
                  <a:pt x="644" y="176"/>
                </a:lnTo>
                <a:lnTo>
                  <a:pt x="653" y="173"/>
                </a:lnTo>
                <a:lnTo>
                  <a:pt x="661" y="169"/>
                </a:lnTo>
                <a:lnTo>
                  <a:pt x="668" y="164"/>
                </a:lnTo>
                <a:lnTo>
                  <a:pt x="676" y="160"/>
                </a:lnTo>
                <a:lnTo>
                  <a:pt x="681" y="154"/>
                </a:lnTo>
                <a:lnTo>
                  <a:pt x="687" y="147"/>
                </a:lnTo>
                <a:lnTo>
                  <a:pt x="693" y="141"/>
                </a:lnTo>
                <a:lnTo>
                  <a:pt x="697" y="133"/>
                </a:lnTo>
                <a:lnTo>
                  <a:pt x="701" y="125"/>
                </a:lnTo>
                <a:lnTo>
                  <a:pt x="704" y="117"/>
                </a:lnTo>
                <a:lnTo>
                  <a:pt x="706" y="108"/>
                </a:lnTo>
                <a:lnTo>
                  <a:pt x="707" y="99"/>
                </a:lnTo>
                <a:lnTo>
                  <a:pt x="709" y="90"/>
                </a:lnTo>
                <a:lnTo>
                  <a:pt x="707" y="81"/>
                </a:lnTo>
                <a:lnTo>
                  <a:pt x="706" y="72"/>
                </a:lnTo>
                <a:lnTo>
                  <a:pt x="704" y="63"/>
                </a:lnTo>
                <a:lnTo>
                  <a:pt x="701" y="55"/>
                </a:lnTo>
                <a:lnTo>
                  <a:pt x="697" y="47"/>
                </a:lnTo>
                <a:lnTo>
                  <a:pt x="693" y="39"/>
                </a:lnTo>
                <a:lnTo>
                  <a:pt x="687" y="32"/>
                </a:lnTo>
                <a:lnTo>
                  <a:pt x="681" y="25"/>
                </a:lnTo>
                <a:lnTo>
                  <a:pt x="676" y="20"/>
                </a:lnTo>
                <a:lnTo>
                  <a:pt x="668" y="15"/>
                </a:lnTo>
                <a:lnTo>
                  <a:pt x="661" y="11"/>
                </a:lnTo>
                <a:lnTo>
                  <a:pt x="653" y="6"/>
                </a:lnTo>
                <a:lnTo>
                  <a:pt x="644" y="4"/>
                </a:lnTo>
                <a:lnTo>
                  <a:pt x="636" y="2"/>
                </a:lnTo>
                <a:lnTo>
                  <a:pt x="627" y="0"/>
                </a:lnTo>
                <a:lnTo>
                  <a:pt x="618" y="0"/>
                </a:lnTo>
                <a:lnTo>
                  <a:pt x="609" y="0"/>
                </a:lnTo>
                <a:lnTo>
                  <a:pt x="600" y="2"/>
                </a:lnTo>
                <a:lnTo>
                  <a:pt x="591" y="4"/>
                </a:lnTo>
                <a:lnTo>
                  <a:pt x="583" y="6"/>
                </a:lnTo>
                <a:lnTo>
                  <a:pt x="575" y="11"/>
                </a:lnTo>
                <a:lnTo>
                  <a:pt x="567" y="15"/>
                </a:lnTo>
                <a:lnTo>
                  <a:pt x="561" y="20"/>
                </a:lnTo>
                <a:lnTo>
                  <a:pt x="554" y="25"/>
                </a:lnTo>
                <a:lnTo>
                  <a:pt x="548" y="32"/>
                </a:lnTo>
                <a:lnTo>
                  <a:pt x="543" y="39"/>
                </a:lnTo>
                <a:lnTo>
                  <a:pt x="538" y="47"/>
                </a:lnTo>
                <a:lnTo>
                  <a:pt x="535" y="55"/>
                </a:lnTo>
                <a:lnTo>
                  <a:pt x="531" y="63"/>
                </a:lnTo>
                <a:lnTo>
                  <a:pt x="529" y="72"/>
                </a:lnTo>
                <a:lnTo>
                  <a:pt x="528" y="81"/>
                </a:lnTo>
                <a:lnTo>
                  <a:pt x="528" y="90"/>
                </a:lnTo>
                <a:lnTo>
                  <a:pt x="529" y="105"/>
                </a:lnTo>
                <a:lnTo>
                  <a:pt x="532" y="118"/>
                </a:lnTo>
                <a:lnTo>
                  <a:pt x="537" y="131"/>
                </a:lnTo>
                <a:lnTo>
                  <a:pt x="545" y="142"/>
                </a:lnTo>
                <a:lnTo>
                  <a:pt x="388" y="298"/>
                </a:lnTo>
                <a:lnTo>
                  <a:pt x="379" y="293"/>
                </a:lnTo>
                <a:lnTo>
                  <a:pt x="369" y="289"/>
                </a:lnTo>
                <a:lnTo>
                  <a:pt x="358" y="286"/>
                </a:lnTo>
                <a:lnTo>
                  <a:pt x="347" y="285"/>
                </a:lnTo>
                <a:lnTo>
                  <a:pt x="339" y="286"/>
                </a:lnTo>
                <a:lnTo>
                  <a:pt x="331" y="287"/>
                </a:lnTo>
                <a:lnTo>
                  <a:pt x="325" y="289"/>
                </a:lnTo>
                <a:lnTo>
                  <a:pt x="318" y="292"/>
                </a:lnTo>
                <a:lnTo>
                  <a:pt x="311" y="294"/>
                </a:lnTo>
                <a:lnTo>
                  <a:pt x="304" y="299"/>
                </a:lnTo>
                <a:lnTo>
                  <a:pt x="299" y="303"/>
                </a:lnTo>
                <a:lnTo>
                  <a:pt x="294" y="308"/>
                </a:lnTo>
                <a:lnTo>
                  <a:pt x="288" y="313"/>
                </a:lnTo>
                <a:lnTo>
                  <a:pt x="284" y="319"/>
                </a:lnTo>
                <a:lnTo>
                  <a:pt x="281" y="325"/>
                </a:lnTo>
                <a:lnTo>
                  <a:pt x="277" y="332"/>
                </a:lnTo>
                <a:lnTo>
                  <a:pt x="275" y="338"/>
                </a:lnTo>
                <a:lnTo>
                  <a:pt x="273" y="346"/>
                </a:lnTo>
                <a:lnTo>
                  <a:pt x="271" y="353"/>
                </a:lnTo>
                <a:lnTo>
                  <a:pt x="271" y="361"/>
                </a:lnTo>
                <a:lnTo>
                  <a:pt x="273" y="372"/>
                </a:lnTo>
                <a:lnTo>
                  <a:pt x="275" y="383"/>
                </a:lnTo>
                <a:lnTo>
                  <a:pt x="278" y="393"/>
                </a:lnTo>
                <a:lnTo>
                  <a:pt x="284" y="403"/>
                </a:lnTo>
                <a:lnTo>
                  <a:pt x="134" y="553"/>
                </a:lnTo>
                <a:lnTo>
                  <a:pt x="124" y="547"/>
                </a:lnTo>
                <a:lnTo>
                  <a:pt x="113" y="545"/>
                </a:lnTo>
                <a:lnTo>
                  <a:pt x="102" y="543"/>
                </a:lnTo>
                <a:lnTo>
                  <a:pt x="91" y="542"/>
                </a:lnTo>
                <a:lnTo>
                  <a:pt x="82" y="542"/>
                </a:lnTo>
                <a:lnTo>
                  <a:pt x="73" y="544"/>
                </a:lnTo>
                <a:lnTo>
                  <a:pt x="64" y="546"/>
                </a:lnTo>
                <a:lnTo>
                  <a:pt x="56" y="548"/>
                </a:lnTo>
                <a:lnTo>
                  <a:pt x="48" y="553"/>
                </a:lnTo>
                <a:lnTo>
                  <a:pt x="40" y="557"/>
                </a:lnTo>
                <a:lnTo>
                  <a:pt x="33" y="562"/>
                </a:lnTo>
                <a:lnTo>
                  <a:pt x="26" y="568"/>
                </a:lnTo>
                <a:lnTo>
                  <a:pt x="21" y="574"/>
                </a:lnTo>
                <a:lnTo>
                  <a:pt x="16" y="581"/>
                </a:lnTo>
                <a:lnTo>
                  <a:pt x="12" y="589"/>
                </a:lnTo>
                <a:lnTo>
                  <a:pt x="7" y="597"/>
                </a:lnTo>
                <a:lnTo>
                  <a:pt x="5" y="605"/>
                </a:lnTo>
                <a:lnTo>
                  <a:pt x="3" y="614"/>
                </a:lnTo>
                <a:lnTo>
                  <a:pt x="0" y="623"/>
                </a:lnTo>
                <a:lnTo>
                  <a:pt x="0" y="632"/>
                </a:lnTo>
                <a:lnTo>
                  <a:pt x="0" y="641"/>
                </a:lnTo>
                <a:lnTo>
                  <a:pt x="3" y="650"/>
                </a:lnTo>
                <a:lnTo>
                  <a:pt x="5" y="659"/>
                </a:lnTo>
                <a:lnTo>
                  <a:pt x="7" y="667"/>
                </a:lnTo>
                <a:lnTo>
                  <a:pt x="12" y="675"/>
                </a:lnTo>
                <a:lnTo>
                  <a:pt x="16" y="683"/>
                </a:lnTo>
                <a:lnTo>
                  <a:pt x="21" y="690"/>
                </a:lnTo>
                <a:lnTo>
                  <a:pt x="26" y="696"/>
                </a:lnTo>
                <a:lnTo>
                  <a:pt x="33" y="702"/>
                </a:lnTo>
                <a:lnTo>
                  <a:pt x="40" y="706"/>
                </a:lnTo>
                <a:lnTo>
                  <a:pt x="48" y="711"/>
                </a:lnTo>
                <a:lnTo>
                  <a:pt x="56" y="716"/>
                </a:lnTo>
                <a:lnTo>
                  <a:pt x="64" y="718"/>
                </a:lnTo>
                <a:lnTo>
                  <a:pt x="73" y="720"/>
                </a:lnTo>
                <a:lnTo>
                  <a:pt x="82" y="722"/>
                </a:lnTo>
                <a:lnTo>
                  <a:pt x="91" y="722"/>
                </a:lnTo>
                <a:lnTo>
                  <a:pt x="100" y="722"/>
                </a:lnTo>
                <a:lnTo>
                  <a:pt x="109" y="720"/>
                </a:lnTo>
                <a:lnTo>
                  <a:pt x="118" y="718"/>
                </a:lnTo>
                <a:lnTo>
                  <a:pt x="126" y="716"/>
                </a:lnTo>
                <a:lnTo>
                  <a:pt x="134" y="711"/>
                </a:lnTo>
                <a:lnTo>
                  <a:pt x="142" y="706"/>
                </a:lnTo>
                <a:lnTo>
                  <a:pt x="148" y="702"/>
                </a:lnTo>
                <a:lnTo>
                  <a:pt x="155" y="696"/>
                </a:lnTo>
                <a:lnTo>
                  <a:pt x="161" y="690"/>
                </a:lnTo>
                <a:lnTo>
                  <a:pt x="165" y="683"/>
                </a:lnTo>
                <a:lnTo>
                  <a:pt x="170" y="675"/>
                </a:lnTo>
                <a:lnTo>
                  <a:pt x="174" y="667"/>
                </a:lnTo>
                <a:lnTo>
                  <a:pt x="177" y="659"/>
                </a:lnTo>
                <a:lnTo>
                  <a:pt x="179" y="650"/>
                </a:lnTo>
                <a:lnTo>
                  <a:pt x="181" y="641"/>
                </a:lnTo>
                <a:lnTo>
                  <a:pt x="181" y="632"/>
                </a:lnTo>
                <a:lnTo>
                  <a:pt x="181" y="623"/>
                </a:lnTo>
                <a:lnTo>
                  <a:pt x="180" y="615"/>
                </a:lnTo>
                <a:lnTo>
                  <a:pt x="178" y="607"/>
                </a:lnTo>
                <a:lnTo>
                  <a:pt x="174" y="599"/>
                </a:lnTo>
                <a:lnTo>
                  <a:pt x="171" y="591"/>
                </a:lnTo>
                <a:lnTo>
                  <a:pt x="168" y="585"/>
                </a:lnTo>
                <a:lnTo>
                  <a:pt x="163" y="578"/>
                </a:lnTo>
                <a:lnTo>
                  <a:pt x="157" y="571"/>
                </a:lnTo>
                <a:lnTo>
                  <a:pt x="305" y="424"/>
                </a:lnTo>
                <a:lnTo>
                  <a:pt x="316" y="430"/>
                </a:lnTo>
                <a:lnTo>
                  <a:pt x="328" y="433"/>
                </a:lnTo>
                <a:lnTo>
                  <a:pt x="314" y="457"/>
                </a:lnTo>
                <a:lnTo>
                  <a:pt x="303" y="483"/>
                </a:lnTo>
                <a:lnTo>
                  <a:pt x="294" y="510"/>
                </a:lnTo>
                <a:lnTo>
                  <a:pt x="286" y="538"/>
                </a:lnTo>
                <a:lnTo>
                  <a:pt x="279" y="568"/>
                </a:lnTo>
                <a:lnTo>
                  <a:pt x="275" y="598"/>
                </a:lnTo>
                <a:lnTo>
                  <a:pt x="273" y="630"/>
                </a:lnTo>
                <a:lnTo>
                  <a:pt x="271" y="662"/>
                </a:lnTo>
                <a:lnTo>
                  <a:pt x="271" y="753"/>
                </a:lnTo>
                <a:lnTo>
                  <a:pt x="226" y="753"/>
                </a:lnTo>
                <a:lnTo>
                  <a:pt x="223" y="753"/>
                </a:lnTo>
                <a:lnTo>
                  <a:pt x="221" y="754"/>
                </a:lnTo>
                <a:lnTo>
                  <a:pt x="218" y="755"/>
                </a:lnTo>
                <a:lnTo>
                  <a:pt x="216" y="757"/>
                </a:lnTo>
                <a:lnTo>
                  <a:pt x="214" y="760"/>
                </a:lnTo>
                <a:lnTo>
                  <a:pt x="213" y="762"/>
                </a:lnTo>
                <a:lnTo>
                  <a:pt x="212" y="764"/>
                </a:lnTo>
                <a:lnTo>
                  <a:pt x="212" y="767"/>
                </a:lnTo>
                <a:lnTo>
                  <a:pt x="212" y="888"/>
                </a:lnTo>
                <a:lnTo>
                  <a:pt x="212" y="891"/>
                </a:lnTo>
                <a:lnTo>
                  <a:pt x="213" y="894"/>
                </a:lnTo>
                <a:lnTo>
                  <a:pt x="214" y="896"/>
                </a:lnTo>
                <a:lnTo>
                  <a:pt x="216" y="898"/>
                </a:lnTo>
                <a:lnTo>
                  <a:pt x="218" y="901"/>
                </a:lnTo>
                <a:lnTo>
                  <a:pt x="221" y="902"/>
                </a:lnTo>
                <a:lnTo>
                  <a:pt x="223" y="903"/>
                </a:lnTo>
                <a:lnTo>
                  <a:pt x="226" y="903"/>
                </a:lnTo>
                <a:lnTo>
                  <a:pt x="347" y="903"/>
                </a:lnTo>
                <a:lnTo>
                  <a:pt x="349" y="903"/>
                </a:lnTo>
                <a:lnTo>
                  <a:pt x="353" y="902"/>
                </a:lnTo>
                <a:lnTo>
                  <a:pt x="355" y="901"/>
                </a:lnTo>
                <a:lnTo>
                  <a:pt x="357" y="898"/>
                </a:lnTo>
                <a:lnTo>
                  <a:pt x="360" y="896"/>
                </a:lnTo>
                <a:lnTo>
                  <a:pt x="361" y="894"/>
                </a:lnTo>
                <a:lnTo>
                  <a:pt x="362" y="891"/>
                </a:lnTo>
                <a:lnTo>
                  <a:pt x="362" y="888"/>
                </a:lnTo>
                <a:lnTo>
                  <a:pt x="362" y="767"/>
                </a:lnTo>
                <a:lnTo>
                  <a:pt x="362" y="764"/>
                </a:lnTo>
                <a:lnTo>
                  <a:pt x="361" y="762"/>
                </a:lnTo>
                <a:lnTo>
                  <a:pt x="360" y="760"/>
                </a:lnTo>
                <a:lnTo>
                  <a:pt x="357" y="757"/>
                </a:lnTo>
                <a:lnTo>
                  <a:pt x="355" y="755"/>
                </a:lnTo>
                <a:lnTo>
                  <a:pt x="353" y="754"/>
                </a:lnTo>
                <a:lnTo>
                  <a:pt x="349" y="753"/>
                </a:lnTo>
                <a:lnTo>
                  <a:pt x="347" y="753"/>
                </a:lnTo>
                <a:lnTo>
                  <a:pt x="302" y="753"/>
                </a:lnTo>
                <a:lnTo>
                  <a:pt x="302" y="662"/>
                </a:lnTo>
                <a:lnTo>
                  <a:pt x="303" y="629"/>
                </a:lnTo>
                <a:lnTo>
                  <a:pt x="305" y="597"/>
                </a:lnTo>
                <a:lnTo>
                  <a:pt x="310" y="566"/>
                </a:lnTo>
                <a:lnTo>
                  <a:pt x="317" y="537"/>
                </a:lnTo>
                <a:lnTo>
                  <a:pt x="326" y="509"/>
                </a:lnTo>
                <a:lnTo>
                  <a:pt x="336" y="482"/>
                </a:lnTo>
                <a:lnTo>
                  <a:pt x="343" y="469"/>
                </a:lnTo>
                <a:lnTo>
                  <a:pt x="348" y="457"/>
                </a:lnTo>
                <a:lnTo>
                  <a:pt x="355" y="446"/>
                </a:lnTo>
                <a:lnTo>
                  <a:pt x="363" y="434"/>
                </a:lnTo>
                <a:lnTo>
                  <a:pt x="373" y="431"/>
                </a:lnTo>
                <a:lnTo>
                  <a:pt x="383" y="426"/>
                </a:lnTo>
                <a:lnTo>
                  <a:pt x="393" y="420"/>
                </a:lnTo>
                <a:lnTo>
                  <a:pt x="401" y="413"/>
                </a:lnTo>
                <a:lnTo>
                  <a:pt x="408" y="404"/>
                </a:lnTo>
                <a:lnTo>
                  <a:pt x="414" y="395"/>
                </a:lnTo>
                <a:lnTo>
                  <a:pt x="418" y="383"/>
                </a:lnTo>
                <a:lnTo>
                  <a:pt x="421" y="372"/>
                </a:lnTo>
                <a:lnTo>
                  <a:pt x="433" y="364"/>
                </a:lnTo>
                <a:lnTo>
                  <a:pt x="445" y="356"/>
                </a:lnTo>
                <a:lnTo>
                  <a:pt x="458" y="348"/>
                </a:lnTo>
                <a:lnTo>
                  <a:pt x="471" y="342"/>
                </a:lnTo>
                <a:lnTo>
                  <a:pt x="485" y="335"/>
                </a:lnTo>
                <a:lnTo>
                  <a:pt x="498" y="329"/>
                </a:lnTo>
                <a:lnTo>
                  <a:pt x="513" y="324"/>
                </a:lnTo>
                <a:lnTo>
                  <a:pt x="529" y="319"/>
                </a:lnTo>
                <a:lnTo>
                  <a:pt x="544" y="315"/>
                </a:lnTo>
                <a:lnTo>
                  <a:pt x="559" y="311"/>
                </a:lnTo>
                <a:lnTo>
                  <a:pt x="576" y="308"/>
                </a:lnTo>
                <a:lnTo>
                  <a:pt x="593" y="306"/>
                </a:lnTo>
                <a:lnTo>
                  <a:pt x="610" y="303"/>
                </a:lnTo>
                <a:lnTo>
                  <a:pt x="627" y="302"/>
                </a:lnTo>
                <a:lnTo>
                  <a:pt x="645" y="301"/>
                </a:lnTo>
                <a:lnTo>
                  <a:pt x="663" y="301"/>
                </a:lnTo>
                <a:lnTo>
                  <a:pt x="754" y="301"/>
                </a:lnTo>
                <a:lnTo>
                  <a:pt x="754" y="346"/>
                </a:lnTo>
                <a:lnTo>
                  <a:pt x="754" y="348"/>
                </a:lnTo>
                <a:lnTo>
                  <a:pt x="755" y="352"/>
                </a:lnTo>
                <a:lnTo>
                  <a:pt x="756" y="354"/>
                </a:lnTo>
                <a:lnTo>
                  <a:pt x="758" y="356"/>
                </a:lnTo>
                <a:lnTo>
                  <a:pt x="761" y="359"/>
                </a:lnTo>
                <a:lnTo>
                  <a:pt x="763" y="360"/>
                </a:lnTo>
                <a:lnTo>
                  <a:pt x="765" y="361"/>
                </a:lnTo>
                <a:lnTo>
                  <a:pt x="768" y="361"/>
                </a:lnTo>
                <a:lnTo>
                  <a:pt x="889" y="361"/>
                </a:lnTo>
                <a:lnTo>
                  <a:pt x="892" y="361"/>
                </a:lnTo>
                <a:lnTo>
                  <a:pt x="895" y="360"/>
                </a:lnTo>
                <a:lnTo>
                  <a:pt x="897" y="359"/>
                </a:lnTo>
                <a:lnTo>
                  <a:pt x="899" y="356"/>
                </a:lnTo>
                <a:lnTo>
                  <a:pt x="902" y="354"/>
                </a:lnTo>
                <a:lnTo>
                  <a:pt x="903" y="352"/>
                </a:lnTo>
                <a:lnTo>
                  <a:pt x="904" y="348"/>
                </a:lnTo>
                <a:lnTo>
                  <a:pt x="904" y="346"/>
                </a:lnTo>
                <a:lnTo>
                  <a:pt x="904" y="225"/>
                </a:lnTo>
                <a:lnTo>
                  <a:pt x="904" y="222"/>
                </a:lnTo>
                <a:lnTo>
                  <a:pt x="903" y="220"/>
                </a:lnTo>
                <a:lnTo>
                  <a:pt x="902" y="217"/>
                </a:lnTo>
                <a:lnTo>
                  <a:pt x="899" y="215"/>
                </a:lnTo>
                <a:lnTo>
                  <a:pt x="897" y="213"/>
                </a:lnTo>
                <a:lnTo>
                  <a:pt x="895" y="212"/>
                </a:lnTo>
                <a:lnTo>
                  <a:pt x="892" y="211"/>
                </a:lnTo>
                <a:lnTo>
                  <a:pt x="889" y="2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36" name="Group 35" descr="Icon of human being and gear. ">
            <a:extLst>
              <a:ext uri="{FF2B5EF4-FFF2-40B4-BE49-F238E27FC236}">
                <a16:creationId xmlns:a16="http://schemas.microsoft.com/office/drawing/2014/main" id="{ECC5F635-1712-4572-A9EC-F94E2199DDBD}"/>
              </a:ext>
            </a:extLst>
          </p:cNvPr>
          <p:cNvGrpSpPr/>
          <p:nvPr/>
        </p:nvGrpSpPr>
        <p:grpSpPr>
          <a:xfrm>
            <a:off x="7133464" y="5355478"/>
            <a:ext cx="338073" cy="339996"/>
            <a:chOff x="6450013" y="5349875"/>
            <a:chExt cx="279399" cy="280988"/>
          </a:xfrm>
          <a:solidFill>
            <a:schemeClr val="bg1"/>
          </a:solidFill>
        </p:grpSpPr>
        <p:sp>
          <p:nvSpPr>
            <p:cNvPr id="37" name="Freeform 3673">
              <a:extLst>
                <a:ext uri="{FF2B5EF4-FFF2-40B4-BE49-F238E27FC236}">
                  <a16:creationId xmlns:a16="http://schemas.microsoft.com/office/drawing/2014/main" id="{D1391604-D4EC-48A8-AE57-EDF194392FB1}"/>
                </a:ext>
              </a:extLst>
            </p:cNvPr>
            <p:cNvSpPr>
              <a:spLocks/>
            </p:cNvSpPr>
            <p:nvPr/>
          </p:nvSpPr>
          <p:spPr bwMode="auto">
            <a:xfrm>
              <a:off x="6450013" y="5349875"/>
              <a:ext cx="182562" cy="238125"/>
            </a:xfrm>
            <a:custGeom>
              <a:avLst/>
              <a:gdLst>
                <a:gd name="T0" fmla="*/ 379 w 459"/>
                <a:gd name="T1" fmla="*/ 550 h 602"/>
                <a:gd name="T2" fmla="*/ 380 w 459"/>
                <a:gd name="T3" fmla="*/ 519 h 602"/>
                <a:gd name="T4" fmla="*/ 345 w 459"/>
                <a:gd name="T5" fmla="*/ 495 h 602"/>
                <a:gd name="T6" fmla="*/ 397 w 459"/>
                <a:gd name="T7" fmla="*/ 400 h 602"/>
                <a:gd name="T8" fmla="*/ 408 w 459"/>
                <a:gd name="T9" fmla="*/ 395 h 602"/>
                <a:gd name="T10" fmla="*/ 450 w 459"/>
                <a:gd name="T11" fmla="*/ 406 h 602"/>
                <a:gd name="T12" fmla="*/ 412 w 459"/>
                <a:gd name="T13" fmla="*/ 384 h 602"/>
                <a:gd name="T14" fmla="*/ 376 w 459"/>
                <a:gd name="T15" fmla="*/ 370 h 602"/>
                <a:gd name="T16" fmla="*/ 361 w 459"/>
                <a:gd name="T17" fmla="*/ 307 h 602"/>
                <a:gd name="T18" fmla="*/ 379 w 459"/>
                <a:gd name="T19" fmla="*/ 288 h 602"/>
                <a:gd name="T20" fmla="*/ 397 w 459"/>
                <a:gd name="T21" fmla="*/ 252 h 602"/>
                <a:gd name="T22" fmla="*/ 406 w 459"/>
                <a:gd name="T23" fmla="*/ 214 h 602"/>
                <a:gd name="T24" fmla="*/ 415 w 459"/>
                <a:gd name="T25" fmla="*/ 202 h 602"/>
                <a:gd name="T26" fmla="*/ 420 w 459"/>
                <a:gd name="T27" fmla="*/ 183 h 602"/>
                <a:gd name="T28" fmla="*/ 416 w 459"/>
                <a:gd name="T29" fmla="*/ 152 h 602"/>
                <a:gd name="T30" fmla="*/ 412 w 459"/>
                <a:gd name="T31" fmla="*/ 121 h 602"/>
                <a:gd name="T32" fmla="*/ 420 w 459"/>
                <a:gd name="T33" fmla="*/ 78 h 602"/>
                <a:gd name="T34" fmla="*/ 415 w 459"/>
                <a:gd name="T35" fmla="*/ 45 h 602"/>
                <a:gd name="T36" fmla="*/ 403 w 459"/>
                <a:gd name="T37" fmla="*/ 27 h 602"/>
                <a:gd name="T38" fmla="*/ 382 w 459"/>
                <a:gd name="T39" fmla="*/ 15 h 602"/>
                <a:gd name="T40" fmla="*/ 341 w 459"/>
                <a:gd name="T41" fmla="*/ 3 h 602"/>
                <a:gd name="T42" fmla="*/ 291 w 459"/>
                <a:gd name="T43" fmla="*/ 0 h 602"/>
                <a:gd name="T44" fmla="*/ 245 w 459"/>
                <a:gd name="T45" fmla="*/ 9 h 602"/>
                <a:gd name="T46" fmla="*/ 213 w 459"/>
                <a:gd name="T47" fmla="*/ 27 h 602"/>
                <a:gd name="T48" fmla="*/ 201 w 459"/>
                <a:gd name="T49" fmla="*/ 42 h 602"/>
                <a:gd name="T50" fmla="*/ 181 w 459"/>
                <a:gd name="T51" fmla="*/ 44 h 602"/>
                <a:gd name="T52" fmla="*/ 163 w 459"/>
                <a:gd name="T53" fmla="*/ 56 h 602"/>
                <a:gd name="T54" fmla="*/ 155 w 459"/>
                <a:gd name="T55" fmla="*/ 87 h 602"/>
                <a:gd name="T56" fmla="*/ 164 w 459"/>
                <a:gd name="T57" fmla="*/ 138 h 602"/>
                <a:gd name="T58" fmla="*/ 159 w 459"/>
                <a:gd name="T59" fmla="*/ 144 h 602"/>
                <a:gd name="T60" fmla="*/ 150 w 459"/>
                <a:gd name="T61" fmla="*/ 162 h 602"/>
                <a:gd name="T62" fmla="*/ 149 w 459"/>
                <a:gd name="T63" fmla="*/ 184 h 602"/>
                <a:gd name="T64" fmla="*/ 154 w 459"/>
                <a:gd name="T65" fmla="*/ 201 h 602"/>
                <a:gd name="T66" fmla="*/ 163 w 459"/>
                <a:gd name="T67" fmla="*/ 214 h 602"/>
                <a:gd name="T68" fmla="*/ 169 w 459"/>
                <a:gd name="T69" fmla="*/ 237 h 602"/>
                <a:gd name="T70" fmla="*/ 179 w 459"/>
                <a:gd name="T71" fmla="*/ 271 h 602"/>
                <a:gd name="T72" fmla="*/ 203 w 459"/>
                <a:gd name="T73" fmla="*/ 306 h 602"/>
                <a:gd name="T74" fmla="*/ 215 w 459"/>
                <a:gd name="T75" fmla="*/ 364 h 602"/>
                <a:gd name="T76" fmla="*/ 171 w 459"/>
                <a:gd name="T77" fmla="*/ 381 h 602"/>
                <a:gd name="T78" fmla="*/ 106 w 459"/>
                <a:gd name="T79" fmla="*/ 401 h 602"/>
                <a:gd name="T80" fmla="*/ 46 w 459"/>
                <a:gd name="T81" fmla="*/ 428 h 602"/>
                <a:gd name="T82" fmla="*/ 22 w 459"/>
                <a:gd name="T83" fmla="*/ 449 h 602"/>
                <a:gd name="T84" fmla="*/ 10 w 459"/>
                <a:gd name="T85" fmla="*/ 479 h 602"/>
                <a:gd name="T86" fmla="*/ 2 w 459"/>
                <a:gd name="T87" fmla="*/ 540 h 602"/>
                <a:gd name="T88" fmla="*/ 1 w 459"/>
                <a:gd name="T89" fmla="*/ 594 h 602"/>
                <a:gd name="T90" fmla="*/ 11 w 459"/>
                <a:gd name="T91" fmla="*/ 602 h 602"/>
                <a:gd name="T92" fmla="*/ 345 w 459"/>
                <a:gd name="T93" fmla="*/ 589 h 602"/>
                <a:gd name="T94" fmla="*/ 352 w 459"/>
                <a:gd name="T95" fmla="*/ 577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9" h="602">
                  <a:moveTo>
                    <a:pt x="352" y="577"/>
                  </a:moveTo>
                  <a:lnTo>
                    <a:pt x="380" y="560"/>
                  </a:lnTo>
                  <a:lnTo>
                    <a:pt x="379" y="550"/>
                  </a:lnTo>
                  <a:lnTo>
                    <a:pt x="379" y="540"/>
                  </a:lnTo>
                  <a:lnTo>
                    <a:pt x="379" y="530"/>
                  </a:lnTo>
                  <a:lnTo>
                    <a:pt x="380" y="519"/>
                  </a:lnTo>
                  <a:lnTo>
                    <a:pt x="352" y="503"/>
                  </a:lnTo>
                  <a:lnTo>
                    <a:pt x="348" y="499"/>
                  </a:lnTo>
                  <a:lnTo>
                    <a:pt x="345" y="495"/>
                  </a:lnTo>
                  <a:lnTo>
                    <a:pt x="345" y="490"/>
                  </a:lnTo>
                  <a:lnTo>
                    <a:pt x="346" y="486"/>
                  </a:lnTo>
                  <a:lnTo>
                    <a:pt x="397" y="400"/>
                  </a:lnTo>
                  <a:lnTo>
                    <a:pt x="399" y="397"/>
                  </a:lnTo>
                  <a:lnTo>
                    <a:pt x="403" y="395"/>
                  </a:lnTo>
                  <a:lnTo>
                    <a:pt x="408" y="395"/>
                  </a:lnTo>
                  <a:lnTo>
                    <a:pt x="413" y="396"/>
                  </a:lnTo>
                  <a:lnTo>
                    <a:pt x="441" y="413"/>
                  </a:lnTo>
                  <a:lnTo>
                    <a:pt x="450" y="406"/>
                  </a:lnTo>
                  <a:lnTo>
                    <a:pt x="459" y="401"/>
                  </a:lnTo>
                  <a:lnTo>
                    <a:pt x="424" y="388"/>
                  </a:lnTo>
                  <a:lnTo>
                    <a:pt x="412" y="384"/>
                  </a:lnTo>
                  <a:lnTo>
                    <a:pt x="400" y="379"/>
                  </a:lnTo>
                  <a:lnTo>
                    <a:pt x="389" y="375"/>
                  </a:lnTo>
                  <a:lnTo>
                    <a:pt x="376" y="370"/>
                  </a:lnTo>
                  <a:lnTo>
                    <a:pt x="368" y="368"/>
                  </a:lnTo>
                  <a:lnTo>
                    <a:pt x="361" y="364"/>
                  </a:lnTo>
                  <a:lnTo>
                    <a:pt x="361" y="307"/>
                  </a:lnTo>
                  <a:lnTo>
                    <a:pt x="366" y="302"/>
                  </a:lnTo>
                  <a:lnTo>
                    <a:pt x="372" y="297"/>
                  </a:lnTo>
                  <a:lnTo>
                    <a:pt x="379" y="288"/>
                  </a:lnTo>
                  <a:lnTo>
                    <a:pt x="385" y="279"/>
                  </a:lnTo>
                  <a:lnTo>
                    <a:pt x="391" y="266"/>
                  </a:lnTo>
                  <a:lnTo>
                    <a:pt x="397" y="252"/>
                  </a:lnTo>
                  <a:lnTo>
                    <a:pt x="400" y="235"/>
                  </a:lnTo>
                  <a:lnTo>
                    <a:pt x="402" y="216"/>
                  </a:lnTo>
                  <a:lnTo>
                    <a:pt x="406" y="214"/>
                  </a:lnTo>
                  <a:lnTo>
                    <a:pt x="409" y="211"/>
                  </a:lnTo>
                  <a:lnTo>
                    <a:pt x="412" y="207"/>
                  </a:lnTo>
                  <a:lnTo>
                    <a:pt x="415" y="202"/>
                  </a:lnTo>
                  <a:lnTo>
                    <a:pt x="417" y="197"/>
                  </a:lnTo>
                  <a:lnTo>
                    <a:pt x="418" y="191"/>
                  </a:lnTo>
                  <a:lnTo>
                    <a:pt x="420" y="183"/>
                  </a:lnTo>
                  <a:lnTo>
                    <a:pt x="420" y="175"/>
                  </a:lnTo>
                  <a:lnTo>
                    <a:pt x="420" y="164"/>
                  </a:lnTo>
                  <a:lnTo>
                    <a:pt x="416" y="152"/>
                  </a:lnTo>
                  <a:lnTo>
                    <a:pt x="412" y="144"/>
                  </a:lnTo>
                  <a:lnTo>
                    <a:pt x="406" y="137"/>
                  </a:lnTo>
                  <a:lnTo>
                    <a:pt x="412" y="121"/>
                  </a:lnTo>
                  <a:lnTo>
                    <a:pt x="417" y="101"/>
                  </a:lnTo>
                  <a:lnTo>
                    <a:pt x="420" y="89"/>
                  </a:lnTo>
                  <a:lnTo>
                    <a:pt x="420" y="78"/>
                  </a:lnTo>
                  <a:lnTo>
                    <a:pt x="420" y="65"/>
                  </a:lnTo>
                  <a:lnTo>
                    <a:pt x="417" y="53"/>
                  </a:lnTo>
                  <a:lnTo>
                    <a:pt x="415" y="45"/>
                  </a:lnTo>
                  <a:lnTo>
                    <a:pt x="412" y="39"/>
                  </a:lnTo>
                  <a:lnTo>
                    <a:pt x="407" y="34"/>
                  </a:lnTo>
                  <a:lnTo>
                    <a:pt x="403" y="27"/>
                  </a:lnTo>
                  <a:lnTo>
                    <a:pt x="397" y="24"/>
                  </a:lnTo>
                  <a:lnTo>
                    <a:pt x="390" y="18"/>
                  </a:lnTo>
                  <a:lnTo>
                    <a:pt x="382" y="15"/>
                  </a:lnTo>
                  <a:lnTo>
                    <a:pt x="376" y="12"/>
                  </a:lnTo>
                  <a:lnTo>
                    <a:pt x="359" y="7"/>
                  </a:lnTo>
                  <a:lnTo>
                    <a:pt x="341" y="3"/>
                  </a:lnTo>
                  <a:lnTo>
                    <a:pt x="325" y="0"/>
                  </a:lnTo>
                  <a:lnTo>
                    <a:pt x="307" y="0"/>
                  </a:lnTo>
                  <a:lnTo>
                    <a:pt x="291" y="0"/>
                  </a:lnTo>
                  <a:lnTo>
                    <a:pt x="276" y="2"/>
                  </a:lnTo>
                  <a:lnTo>
                    <a:pt x="260" y="6"/>
                  </a:lnTo>
                  <a:lnTo>
                    <a:pt x="245" y="9"/>
                  </a:lnTo>
                  <a:lnTo>
                    <a:pt x="231" y="16"/>
                  </a:lnTo>
                  <a:lnTo>
                    <a:pt x="218" y="22"/>
                  </a:lnTo>
                  <a:lnTo>
                    <a:pt x="213" y="27"/>
                  </a:lnTo>
                  <a:lnTo>
                    <a:pt x="209" y="31"/>
                  </a:lnTo>
                  <a:lnTo>
                    <a:pt x="204" y="36"/>
                  </a:lnTo>
                  <a:lnTo>
                    <a:pt x="201" y="42"/>
                  </a:lnTo>
                  <a:lnTo>
                    <a:pt x="194" y="42"/>
                  </a:lnTo>
                  <a:lnTo>
                    <a:pt x="187" y="43"/>
                  </a:lnTo>
                  <a:lnTo>
                    <a:pt x="181" y="44"/>
                  </a:lnTo>
                  <a:lnTo>
                    <a:pt x="176" y="45"/>
                  </a:lnTo>
                  <a:lnTo>
                    <a:pt x="168" y="51"/>
                  </a:lnTo>
                  <a:lnTo>
                    <a:pt x="163" y="56"/>
                  </a:lnTo>
                  <a:lnTo>
                    <a:pt x="158" y="65"/>
                  </a:lnTo>
                  <a:lnTo>
                    <a:pt x="155" y="75"/>
                  </a:lnTo>
                  <a:lnTo>
                    <a:pt x="155" y="87"/>
                  </a:lnTo>
                  <a:lnTo>
                    <a:pt x="155" y="98"/>
                  </a:lnTo>
                  <a:lnTo>
                    <a:pt x="159" y="120"/>
                  </a:lnTo>
                  <a:lnTo>
                    <a:pt x="164" y="138"/>
                  </a:lnTo>
                  <a:lnTo>
                    <a:pt x="164" y="139"/>
                  </a:lnTo>
                  <a:lnTo>
                    <a:pt x="164" y="139"/>
                  </a:lnTo>
                  <a:lnTo>
                    <a:pt x="159" y="144"/>
                  </a:lnTo>
                  <a:lnTo>
                    <a:pt x="154" y="151"/>
                  </a:lnTo>
                  <a:lnTo>
                    <a:pt x="151" y="156"/>
                  </a:lnTo>
                  <a:lnTo>
                    <a:pt x="150" y="162"/>
                  </a:lnTo>
                  <a:lnTo>
                    <a:pt x="149" y="170"/>
                  </a:lnTo>
                  <a:lnTo>
                    <a:pt x="149" y="176"/>
                  </a:lnTo>
                  <a:lnTo>
                    <a:pt x="149" y="184"/>
                  </a:lnTo>
                  <a:lnTo>
                    <a:pt x="150" y="191"/>
                  </a:lnTo>
                  <a:lnTo>
                    <a:pt x="151" y="196"/>
                  </a:lnTo>
                  <a:lnTo>
                    <a:pt x="154" y="201"/>
                  </a:lnTo>
                  <a:lnTo>
                    <a:pt x="156" y="206"/>
                  </a:lnTo>
                  <a:lnTo>
                    <a:pt x="159" y="210"/>
                  </a:lnTo>
                  <a:lnTo>
                    <a:pt x="163" y="214"/>
                  </a:lnTo>
                  <a:lnTo>
                    <a:pt x="167" y="216"/>
                  </a:lnTo>
                  <a:lnTo>
                    <a:pt x="168" y="227"/>
                  </a:lnTo>
                  <a:lnTo>
                    <a:pt x="169" y="237"/>
                  </a:lnTo>
                  <a:lnTo>
                    <a:pt x="172" y="246"/>
                  </a:lnTo>
                  <a:lnTo>
                    <a:pt x="174" y="255"/>
                  </a:lnTo>
                  <a:lnTo>
                    <a:pt x="179" y="271"/>
                  </a:lnTo>
                  <a:lnTo>
                    <a:pt x="187" y="286"/>
                  </a:lnTo>
                  <a:lnTo>
                    <a:pt x="195" y="297"/>
                  </a:lnTo>
                  <a:lnTo>
                    <a:pt x="203" y="306"/>
                  </a:lnTo>
                  <a:lnTo>
                    <a:pt x="210" y="314"/>
                  </a:lnTo>
                  <a:lnTo>
                    <a:pt x="215" y="319"/>
                  </a:lnTo>
                  <a:lnTo>
                    <a:pt x="215" y="364"/>
                  </a:lnTo>
                  <a:lnTo>
                    <a:pt x="201" y="369"/>
                  </a:lnTo>
                  <a:lnTo>
                    <a:pt x="186" y="375"/>
                  </a:lnTo>
                  <a:lnTo>
                    <a:pt x="171" y="381"/>
                  </a:lnTo>
                  <a:lnTo>
                    <a:pt x="155" y="384"/>
                  </a:lnTo>
                  <a:lnTo>
                    <a:pt x="129" y="393"/>
                  </a:lnTo>
                  <a:lnTo>
                    <a:pt x="106" y="401"/>
                  </a:lnTo>
                  <a:lnTo>
                    <a:pt x="83" y="410"/>
                  </a:lnTo>
                  <a:lnTo>
                    <a:pt x="64" y="419"/>
                  </a:lnTo>
                  <a:lnTo>
                    <a:pt x="46" y="428"/>
                  </a:lnTo>
                  <a:lnTo>
                    <a:pt x="32" y="438"/>
                  </a:lnTo>
                  <a:lnTo>
                    <a:pt x="27" y="444"/>
                  </a:lnTo>
                  <a:lnTo>
                    <a:pt x="22" y="449"/>
                  </a:lnTo>
                  <a:lnTo>
                    <a:pt x="18" y="455"/>
                  </a:lnTo>
                  <a:lnTo>
                    <a:pt x="15" y="460"/>
                  </a:lnTo>
                  <a:lnTo>
                    <a:pt x="10" y="479"/>
                  </a:lnTo>
                  <a:lnTo>
                    <a:pt x="6" y="499"/>
                  </a:lnTo>
                  <a:lnTo>
                    <a:pt x="4" y="521"/>
                  </a:lnTo>
                  <a:lnTo>
                    <a:pt x="2" y="540"/>
                  </a:lnTo>
                  <a:lnTo>
                    <a:pt x="0" y="573"/>
                  </a:lnTo>
                  <a:lnTo>
                    <a:pt x="0" y="589"/>
                  </a:lnTo>
                  <a:lnTo>
                    <a:pt x="1" y="594"/>
                  </a:lnTo>
                  <a:lnTo>
                    <a:pt x="4" y="598"/>
                  </a:lnTo>
                  <a:lnTo>
                    <a:pt x="7" y="600"/>
                  </a:lnTo>
                  <a:lnTo>
                    <a:pt x="11" y="602"/>
                  </a:lnTo>
                  <a:lnTo>
                    <a:pt x="350" y="602"/>
                  </a:lnTo>
                  <a:lnTo>
                    <a:pt x="346" y="594"/>
                  </a:lnTo>
                  <a:lnTo>
                    <a:pt x="345" y="589"/>
                  </a:lnTo>
                  <a:lnTo>
                    <a:pt x="345" y="585"/>
                  </a:lnTo>
                  <a:lnTo>
                    <a:pt x="348" y="581"/>
                  </a:lnTo>
                  <a:lnTo>
                    <a:pt x="352" y="57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8" name="Freeform 3674">
              <a:extLst>
                <a:ext uri="{FF2B5EF4-FFF2-40B4-BE49-F238E27FC236}">
                  <a16:creationId xmlns:a16="http://schemas.microsoft.com/office/drawing/2014/main" id="{44A4D0F8-0767-41BC-BE62-0AED99EC8B25}"/>
                </a:ext>
              </a:extLst>
            </p:cNvPr>
            <p:cNvSpPr>
              <a:spLocks noEditPoints="1"/>
            </p:cNvSpPr>
            <p:nvPr/>
          </p:nvSpPr>
          <p:spPr bwMode="auto">
            <a:xfrm>
              <a:off x="6597650" y="5497513"/>
              <a:ext cx="131762" cy="133350"/>
            </a:xfrm>
            <a:custGeom>
              <a:avLst/>
              <a:gdLst>
                <a:gd name="T0" fmla="*/ 151 w 332"/>
                <a:gd name="T1" fmla="*/ 243 h 336"/>
                <a:gd name="T2" fmla="*/ 129 w 332"/>
                <a:gd name="T3" fmla="*/ 235 h 336"/>
                <a:gd name="T4" fmla="*/ 111 w 332"/>
                <a:gd name="T5" fmla="*/ 222 h 336"/>
                <a:gd name="T6" fmla="*/ 97 w 332"/>
                <a:gd name="T7" fmla="*/ 204 h 336"/>
                <a:gd name="T8" fmla="*/ 89 w 332"/>
                <a:gd name="T9" fmla="*/ 182 h 336"/>
                <a:gd name="T10" fmla="*/ 88 w 332"/>
                <a:gd name="T11" fmla="*/ 159 h 336"/>
                <a:gd name="T12" fmla="*/ 94 w 332"/>
                <a:gd name="T13" fmla="*/ 136 h 336"/>
                <a:gd name="T14" fmla="*/ 106 w 332"/>
                <a:gd name="T15" fmla="*/ 117 h 336"/>
                <a:gd name="T16" fmla="*/ 122 w 332"/>
                <a:gd name="T17" fmla="*/ 103 h 336"/>
                <a:gd name="T18" fmla="*/ 143 w 332"/>
                <a:gd name="T19" fmla="*/ 92 h 336"/>
                <a:gd name="T20" fmla="*/ 166 w 332"/>
                <a:gd name="T21" fmla="*/ 89 h 336"/>
                <a:gd name="T22" fmla="*/ 189 w 332"/>
                <a:gd name="T23" fmla="*/ 92 h 336"/>
                <a:gd name="T24" fmla="*/ 210 w 332"/>
                <a:gd name="T25" fmla="*/ 103 h 336"/>
                <a:gd name="T26" fmla="*/ 226 w 332"/>
                <a:gd name="T27" fmla="*/ 117 h 336"/>
                <a:gd name="T28" fmla="*/ 238 w 332"/>
                <a:gd name="T29" fmla="*/ 136 h 336"/>
                <a:gd name="T30" fmla="*/ 243 w 332"/>
                <a:gd name="T31" fmla="*/ 159 h 336"/>
                <a:gd name="T32" fmla="*/ 242 w 332"/>
                <a:gd name="T33" fmla="*/ 182 h 336"/>
                <a:gd name="T34" fmla="*/ 234 w 332"/>
                <a:gd name="T35" fmla="*/ 204 h 336"/>
                <a:gd name="T36" fmla="*/ 221 w 332"/>
                <a:gd name="T37" fmla="*/ 222 h 336"/>
                <a:gd name="T38" fmla="*/ 203 w 332"/>
                <a:gd name="T39" fmla="*/ 235 h 336"/>
                <a:gd name="T40" fmla="*/ 181 w 332"/>
                <a:gd name="T41" fmla="*/ 243 h 336"/>
                <a:gd name="T42" fmla="*/ 306 w 332"/>
                <a:gd name="T43" fmla="*/ 204 h 336"/>
                <a:gd name="T44" fmla="*/ 300 w 332"/>
                <a:gd name="T45" fmla="*/ 195 h 336"/>
                <a:gd name="T46" fmla="*/ 302 w 332"/>
                <a:gd name="T47" fmla="*/ 167 h 336"/>
                <a:gd name="T48" fmla="*/ 300 w 332"/>
                <a:gd name="T49" fmla="*/ 139 h 336"/>
                <a:gd name="T50" fmla="*/ 306 w 332"/>
                <a:gd name="T51" fmla="*/ 130 h 336"/>
                <a:gd name="T52" fmla="*/ 269 w 332"/>
                <a:gd name="T53" fmla="*/ 64 h 336"/>
                <a:gd name="T54" fmla="*/ 257 w 332"/>
                <a:gd name="T55" fmla="*/ 65 h 336"/>
                <a:gd name="T56" fmla="*/ 242 w 332"/>
                <a:gd name="T57" fmla="*/ 53 h 336"/>
                <a:gd name="T58" fmla="*/ 215 w 332"/>
                <a:gd name="T59" fmla="*/ 35 h 336"/>
                <a:gd name="T60" fmla="*/ 207 w 332"/>
                <a:gd name="T61" fmla="*/ 27 h 336"/>
                <a:gd name="T62" fmla="*/ 135 w 332"/>
                <a:gd name="T63" fmla="*/ 0 h 336"/>
                <a:gd name="T64" fmla="*/ 133 w 332"/>
                <a:gd name="T65" fmla="*/ 31 h 336"/>
                <a:gd name="T66" fmla="*/ 113 w 332"/>
                <a:gd name="T67" fmla="*/ 41 h 336"/>
                <a:gd name="T68" fmla="*/ 77 w 332"/>
                <a:gd name="T69" fmla="*/ 63 h 336"/>
                <a:gd name="T70" fmla="*/ 67 w 332"/>
                <a:gd name="T71" fmla="*/ 65 h 336"/>
                <a:gd name="T72" fmla="*/ 0 w 332"/>
                <a:gd name="T73" fmla="*/ 114 h 336"/>
                <a:gd name="T74" fmla="*/ 31 w 332"/>
                <a:gd name="T75" fmla="*/ 135 h 336"/>
                <a:gd name="T76" fmla="*/ 30 w 332"/>
                <a:gd name="T77" fmla="*/ 154 h 336"/>
                <a:gd name="T78" fmla="*/ 31 w 332"/>
                <a:gd name="T79" fmla="*/ 191 h 336"/>
                <a:gd name="T80" fmla="*/ 29 w 332"/>
                <a:gd name="T81" fmla="*/ 202 h 336"/>
                <a:gd name="T82" fmla="*/ 38 w 332"/>
                <a:gd name="T83" fmla="*/ 284 h 336"/>
                <a:gd name="T84" fmla="*/ 71 w 332"/>
                <a:gd name="T85" fmla="*/ 267 h 336"/>
                <a:gd name="T86" fmla="*/ 89 w 332"/>
                <a:gd name="T87" fmla="*/ 279 h 336"/>
                <a:gd name="T88" fmla="*/ 139 w 332"/>
                <a:gd name="T89" fmla="*/ 300 h 336"/>
                <a:gd name="T90" fmla="*/ 146 w 332"/>
                <a:gd name="T91" fmla="*/ 308 h 336"/>
                <a:gd name="T92" fmla="*/ 207 w 332"/>
                <a:gd name="T93" fmla="*/ 336 h 336"/>
                <a:gd name="T94" fmla="*/ 208 w 332"/>
                <a:gd name="T95" fmla="*/ 306 h 336"/>
                <a:gd name="T96" fmla="*/ 223 w 332"/>
                <a:gd name="T97" fmla="*/ 297 h 336"/>
                <a:gd name="T98" fmla="*/ 246 w 332"/>
                <a:gd name="T99" fmla="*/ 279 h 336"/>
                <a:gd name="T100" fmla="*/ 257 w 332"/>
                <a:gd name="T101" fmla="*/ 268 h 336"/>
                <a:gd name="T102" fmla="*/ 269 w 332"/>
                <a:gd name="T103" fmla="*/ 270 h 336"/>
                <a:gd name="T104" fmla="*/ 306 w 332"/>
                <a:gd name="T105" fmla="*/ 204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32" h="336">
                  <a:moveTo>
                    <a:pt x="166" y="245"/>
                  </a:moveTo>
                  <a:lnTo>
                    <a:pt x="158" y="244"/>
                  </a:lnTo>
                  <a:lnTo>
                    <a:pt x="151" y="243"/>
                  </a:lnTo>
                  <a:lnTo>
                    <a:pt x="143" y="241"/>
                  </a:lnTo>
                  <a:lnTo>
                    <a:pt x="135" y="239"/>
                  </a:lnTo>
                  <a:lnTo>
                    <a:pt x="129" y="235"/>
                  </a:lnTo>
                  <a:lnTo>
                    <a:pt x="122" y="231"/>
                  </a:lnTo>
                  <a:lnTo>
                    <a:pt x="116" y="227"/>
                  </a:lnTo>
                  <a:lnTo>
                    <a:pt x="111" y="222"/>
                  </a:lnTo>
                  <a:lnTo>
                    <a:pt x="106" y="217"/>
                  </a:lnTo>
                  <a:lnTo>
                    <a:pt x="101" y="211"/>
                  </a:lnTo>
                  <a:lnTo>
                    <a:pt x="97" y="204"/>
                  </a:lnTo>
                  <a:lnTo>
                    <a:pt x="94" y="198"/>
                  </a:lnTo>
                  <a:lnTo>
                    <a:pt x="92" y="190"/>
                  </a:lnTo>
                  <a:lnTo>
                    <a:pt x="89" y="182"/>
                  </a:lnTo>
                  <a:lnTo>
                    <a:pt x="88" y="175"/>
                  </a:lnTo>
                  <a:lnTo>
                    <a:pt x="88" y="167"/>
                  </a:lnTo>
                  <a:lnTo>
                    <a:pt x="88" y="159"/>
                  </a:lnTo>
                  <a:lnTo>
                    <a:pt x="89" y="151"/>
                  </a:lnTo>
                  <a:lnTo>
                    <a:pt x="92" y="144"/>
                  </a:lnTo>
                  <a:lnTo>
                    <a:pt x="94" y="136"/>
                  </a:lnTo>
                  <a:lnTo>
                    <a:pt x="97" y="130"/>
                  </a:lnTo>
                  <a:lnTo>
                    <a:pt x="101" y="123"/>
                  </a:lnTo>
                  <a:lnTo>
                    <a:pt x="106" y="117"/>
                  </a:lnTo>
                  <a:lnTo>
                    <a:pt x="111" y="112"/>
                  </a:lnTo>
                  <a:lnTo>
                    <a:pt x="116" y="106"/>
                  </a:lnTo>
                  <a:lnTo>
                    <a:pt x="122" y="103"/>
                  </a:lnTo>
                  <a:lnTo>
                    <a:pt x="129" y="99"/>
                  </a:lnTo>
                  <a:lnTo>
                    <a:pt x="135" y="95"/>
                  </a:lnTo>
                  <a:lnTo>
                    <a:pt x="143" y="92"/>
                  </a:lnTo>
                  <a:lnTo>
                    <a:pt x="151" y="90"/>
                  </a:lnTo>
                  <a:lnTo>
                    <a:pt x="158" y="90"/>
                  </a:lnTo>
                  <a:lnTo>
                    <a:pt x="166" y="89"/>
                  </a:lnTo>
                  <a:lnTo>
                    <a:pt x="174" y="90"/>
                  </a:lnTo>
                  <a:lnTo>
                    <a:pt x="181" y="90"/>
                  </a:lnTo>
                  <a:lnTo>
                    <a:pt x="189" y="92"/>
                  </a:lnTo>
                  <a:lnTo>
                    <a:pt x="196" y="95"/>
                  </a:lnTo>
                  <a:lnTo>
                    <a:pt x="203" y="99"/>
                  </a:lnTo>
                  <a:lnTo>
                    <a:pt x="210" y="103"/>
                  </a:lnTo>
                  <a:lnTo>
                    <a:pt x="215" y="106"/>
                  </a:lnTo>
                  <a:lnTo>
                    <a:pt x="221" y="112"/>
                  </a:lnTo>
                  <a:lnTo>
                    <a:pt x="226" y="117"/>
                  </a:lnTo>
                  <a:lnTo>
                    <a:pt x="230" y="123"/>
                  </a:lnTo>
                  <a:lnTo>
                    <a:pt x="234" y="130"/>
                  </a:lnTo>
                  <a:lnTo>
                    <a:pt x="238" y="136"/>
                  </a:lnTo>
                  <a:lnTo>
                    <a:pt x="241" y="144"/>
                  </a:lnTo>
                  <a:lnTo>
                    <a:pt x="242" y="151"/>
                  </a:lnTo>
                  <a:lnTo>
                    <a:pt x="243" y="159"/>
                  </a:lnTo>
                  <a:lnTo>
                    <a:pt x="244" y="167"/>
                  </a:lnTo>
                  <a:lnTo>
                    <a:pt x="243" y="175"/>
                  </a:lnTo>
                  <a:lnTo>
                    <a:pt x="242" y="182"/>
                  </a:lnTo>
                  <a:lnTo>
                    <a:pt x="241" y="190"/>
                  </a:lnTo>
                  <a:lnTo>
                    <a:pt x="238" y="198"/>
                  </a:lnTo>
                  <a:lnTo>
                    <a:pt x="234" y="204"/>
                  </a:lnTo>
                  <a:lnTo>
                    <a:pt x="230" y="211"/>
                  </a:lnTo>
                  <a:lnTo>
                    <a:pt x="226" y="217"/>
                  </a:lnTo>
                  <a:lnTo>
                    <a:pt x="221" y="222"/>
                  </a:lnTo>
                  <a:lnTo>
                    <a:pt x="215" y="227"/>
                  </a:lnTo>
                  <a:lnTo>
                    <a:pt x="210" y="231"/>
                  </a:lnTo>
                  <a:lnTo>
                    <a:pt x="203" y="235"/>
                  </a:lnTo>
                  <a:lnTo>
                    <a:pt x="196" y="239"/>
                  </a:lnTo>
                  <a:lnTo>
                    <a:pt x="189" y="241"/>
                  </a:lnTo>
                  <a:lnTo>
                    <a:pt x="181" y="243"/>
                  </a:lnTo>
                  <a:lnTo>
                    <a:pt x="174" y="244"/>
                  </a:lnTo>
                  <a:lnTo>
                    <a:pt x="166" y="245"/>
                  </a:lnTo>
                  <a:close/>
                  <a:moveTo>
                    <a:pt x="306" y="204"/>
                  </a:moveTo>
                  <a:lnTo>
                    <a:pt x="302" y="202"/>
                  </a:lnTo>
                  <a:lnTo>
                    <a:pt x="301" y="199"/>
                  </a:lnTo>
                  <a:lnTo>
                    <a:pt x="300" y="195"/>
                  </a:lnTo>
                  <a:lnTo>
                    <a:pt x="300" y="191"/>
                  </a:lnTo>
                  <a:lnTo>
                    <a:pt x="302" y="180"/>
                  </a:lnTo>
                  <a:lnTo>
                    <a:pt x="302" y="167"/>
                  </a:lnTo>
                  <a:lnTo>
                    <a:pt x="302" y="154"/>
                  </a:lnTo>
                  <a:lnTo>
                    <a:pt x="300" y="142"/>
                  </a:lnTo>
                  <a:lnTo>
                    <a:pt x="300" y="139"/>
                  </a:lnTo>
                  <a:lnTo>
                    <a:pt x="301" y="135"/>
                  </a:lnTo>
                  <a:lnTo>
                    <a:pt x="302" y="132"/>
                  </a:lnTo>
                  <a:lnTo>
                    <a:pt x="306" y="130"/>
                  </a:lnTo>
                  <a:lnTo>
                    <a:pt x="332" y="114"/>
                  </a:lnTo>
                  <a:lnTo>
                    <a:pt x="293" y="50"/>
                  </a:lnTo>
                  <a:lnTo>
                    <a:pt x="269" y="64"/>
                  </a:lnTo>
                  <a:lnTo>
                    <a:pt x="265" y="65"/>
                  </a:lnTo>
                  <a:lnTo>
                    <a:pt x="261" y="65"/>
                  </a:lnTo>
                  <a:lnTo>
                    <a:pt x="257" y="65"/>
                  </a:lnTo>
                  <a:lnTo>
                    <a:pt x="255" y="63"/>
                  </a:lnTo>
                  <a:lnTo>
                    <a:pt x="251" y="59"/>
                  </a:lnTo>
                  <a:lnTo>
                    <a:pt x="242" y="53"/>
                  </a:lnTo>
                  <a:lnTo>
                    <a:pt x="233" y="45"/>
                  </a:lnTo>
                  <a:lnTo>
                    <a:pt x="224" y="40"/>
                  </a:lnTo>
                  <a:lnTo>
                    <a:pt x="215" y="35"/>
                  </a:lnTo>
                  <a:lnTo>
                    <a:pt x="211" y="33"/>
                  </a:lnTo>
                  <a:lnTo>
                    <a:pt x="208" y="31"/>
                  </a:lnTo>
                  <a:lnTo>
                    <a:pt x="207" y="27"/>
                  </a:lnTo>
                  <a:lnTo>
                    <a:pt x="207" y="24"/>
                  </a:lnTo>
                  <a:lnTo>
                    <a:pt x="207" y="0"/>
                  </a:lnTo>
                  <a:lnTo>
                    <a:pt x="135" y="0"/>
                  </a:lnTo>
                  <a:lnTo>
                    <a:pt x="135" y="24"/>
                  </a:lnTo>
                  <a:lnTo>
                    <a:pt x="134" y="27"/>
                  </a:lnTo>
                  <a:lnTo>
                    <a:pt x="133" y="31"/>
                  </a:lnTo>
                  <a:lnTo>
                    <a:pt x="130" y="33"/>
                  </a:lnTo>
                  <a:lnTo>
                    <a:pt x="126" y="35"/>
                  </a:lnTo>
                  <a:lnTo>
                    <a:pt x="113" y="41"/>
                  </a:lnTo>
                  <a:lnTo>
                    <a:pt x="101" y="47"/>
                  </a:lnTo>
                  <a:lnTo>
                    <a:pt x="88" y="55"/>
                  </a:lnTo>
                  <a:lnTo>
                    <a:pt x="77" y="63"/>
                  </a:lnTo>
                  <a:lnTo>
                    <a:pt x="75" y="65"/>
                  </a:lnTo>
                  <a:lnTo>
                    <a:pt x="71" y="65"/>
                  </a:lnTo>
                  <a:lnTo>
                    <a:pt x="67" y="65"/>
                  </a:lnTo>
                  <a:lnTo>
                    <a:pt x="63" y="64"/>
                  </a:lnTo>
                  <a:lnTo>
                    <a:pt x="38" y="50"/>
                  </a:lnTo>
                  <a:lnTo>
                    <a:pt x="0" y="114"/>
                  </a:lnTo>
                  <a:lnTo>
                    <a:pt x="26" y="130"/>
                  </a:lnTo>
                  <a:lnTo>
                    <a:pt x="29" y="132"/>
                  </a:lnTo>
                  <a:lnTo>
                    <a:pt x="31" y="135"/>
                  </a:lnTo>
                  <a:lnTo>
                    <a:pt x="33" y="139"/>
                  </a:lnTo>
                  <a:lnTo>
                    <a:pt x="31" y="142"/>
                  </a:lnTo>
                  <a:lnTo>
                    <a:pt x="30" y="154"/>
                  </a:lnTo>
                  <a:lnTo>
                    <a:pt x="30" y="167"/>
                  </a:lnTo>
                  <a:lnTo>
                    <a:pt x="30" y="178"/>
                  </a:lnTo>
                  <a:lnTo>
                    <a:pt x="31" y="191"/>
                  </a:lnTo>
                  <a:lnTo>
                    <a:pt x="33" y="195"/>
                  </a:lnTo>
                  <a:lnTo>
                    <a:pt x="31" y="199"/>
                  </a:lnTo>
                  <a:lnTo>
                    <a:pt x="29" y="202"/>
                  </a:lnTo>
                  <a:lnTo>
                    <a:pt x="26" y="204"/>
                  </a:lnTo>
                  <a:lnTo>
                    <a:pt x="0" y="220"/>
                  </a:lnTo>
                  <a:lnTo>
                    <a:pt x="38" y="284"/>
                  </a:lnTo>
                  <a:lnTo>
                    <a:pt x="63" y="270"/>
                  </a:lnTo>
                  <a:lnTo>
                    <a:pt x="67" y="268"/>
                  </a:lnTo>
                  <a:lnTo>
                    <a:pt x="71" y="267"/>
                  </a:lnTo>
                  <a:lnTo>
                    <a:pt x="75" y="268"/>
                  </a:lnTo>
                  <a:lnTo>
                    <a:pt x="77" y="271"/>
                  </a:lnTo>
                  <a:lnTo>
                    <a:pt x="89" y="279"/>
                  </a:lnTo>
                  <a:lnTo>
                    <a:pt x="106" y="286"/>
                  </a:lnTo>
                  <a:lnTo>
                    <a:pt x="124" y="295"/>
                  </a:lnTo>
                  <a:lnTo>
                    <a:pt x="139" y="300"/>
                  </a:lnTo>
                  <a:lnTo>
                    <a:pt x="142" y="303"/>
                  </a:lnTo>
                  <a:lnTo>
                    <a:pt x="144" y="306"/>
                  </a:lnTo>
                  <a:lnTo>
                    <a:pt x="146" y="308"/>
                  </a:lnTo>
                  <a:lnTo>
                    <a:pt x="147" y="312"/>
                  </a:lnTo>
                  <a:lnTo>
                    <a:pt x="147" y="336"/>
                  </a:lnTo>
                  <a:lnTo>
                    <a:pt x="207" y="336"/>
                  </a:lnTo>
                  <a:lnTo>
                    <a:pt x="207" y="312"/>
                  </a:lnTo>
                  <a:lnTo>
                    <a:pt x="207" y="308"/>
                  </a:lnTo>
                  <a:lnTo>
                    <a:pt x="208" y="306"/>
                  </a:lnTo>
                  <a:lnTo>
                    <a:pt x="211" y="303"/>
                  </a:lnTo>
                  <a:lnTo>
                    <a:pt x="215" y="300"/>
                  </a:lnTo>
                  <a:lnTo>
                    <a:pt x="223" y="297"/>
                  </a:lnTo>
                  <a:lnTo>
                    <a:pt x="230" y="291"/>
                  </a:lnTo>
                  <a:lnTo>
                    <a:pt x="238" y="285"/>
                  </a:lnTo>
                  <a:lnTo>
                    <a:pt x="246" y="279"/>
                  </a:lnTo>
                  <a:lnTo>
                    <a:pt x="250" y="275"/>
                  </a:lnTo>
                  <a:lnTo>
                    <a:pt x="255" y="271"/>
                  </a:lnTo>
                  <a:lnTo>
                    <a:pt x="257" y="268"/>
                  </a:lnTo>
                  <a:lnTo>
                    <a:pt x="261" y="267"/>
                  </a:lnTo>
                  <a:lnTo>
                    <a:pt x="265" y="268"/>
                  </a:lnTo>
                  <a:lnTo>
                    <a:pt x="269" y="270"/>
                  </a:lnTo>
                  <a:lnTo>
                    <a:pt x="295" y="284"/>
                  </a:lnTo>
                  <a:lnTo>
                    <a:pt x="332" y="220"/>
                  </a:lnTo>
                  <a:lnTo>
                    <a:pt x="306" y="2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39" name="Group 38" descr="Icon of gears. ">
            <a:extLst>
              <a:ext uri="{FF2B5EF4-FFF2-40B4-BE49-F238E27FC236}">
                <a16:creationId xmlns:a16="http://schemas.microsoft.com/office/drawing/2014/main" id="{5BC0E3F0-447D-4721-AB1F-C8243BA36671}"/>
              </a:ext>
            </a:extLst>
          </p:cNvPr>
          <p:cNvGrpSpPr/>
          <p:nvPr/>
        </p:nvGrpSpPr>
        <p:grpSpPr>
          <a:xfrm>
            <a:off x="4717582" y="5353558"/>
            <a:ext cx="343837" cy="343837"/>
            <a:chOff x="7613650" y="1387475"/>
            <a:chExt cx="284163" cy="284163"/>
          </a:xfrm>
          <a:solidFill>
            <a:schemeClr val="bg1"/>
          </a:solidFill>
        </p:grpSpPr>
        <p:sp>
          <p:nvSpPr>
            <p:cNvPr id="40" name="Freeform 4359">
              <a:extLst>
                <a:ext uri="{FF2B5EF4-FFF2-40B4-BE49-F238E27FC236}">
                  <a16:creationId xmlns:a16="http://schemas.microsoft.com/office/drawing/2014/main" id="{351831F3-9830-4A23-8B34-11A3FCCA027E}"/>
                </a:ext>
              </a:extLst>
            </p:cNvPr>
            <p:cNvSpPr>
              <a:spLocks noEditPoints="1"/>
            </p:cNvSpPr>
            <p:nvPr/>
          </p:nvSpPr>
          <p:spPr bwMode="auto">
            <a:xfrm>
              <a:off x="7613650" y="1471613"/>
              <a:ext cx="200025" cy="200025"/>
            </a:xfrm>
            <a:custGeom>
              <a:avLst/>
              <a:gdLst>
                <a:gd name="T0" fmla="*/ 276 w 629"/>
                <a:gd name="T1" fmla="*/ 436 h 629"/>
                <a:gd name="T2" fmla="*/ 233 w 629"/>
                <a:gd name="T3" fmla="*/ 411 h 629"/>
                <a:gd name="T4" fmla="*/ 202 w 629"/>
                <a:gd name="T5" fmla="*/ 374 h 629"/>
                <a:gd name="T6" fmla="*/ 187 w 629"/>
                <a:gd name="T7" fmla="*/ 325 h 629"/>
                <a:gd name="T8" fmla="*/ 192 w 629"/>
                <a:gd name="T9" fmla="*/ 274 h 629"/>
                <a:gd name="T10" fmla="*/ 216 w 629"/>
                <a:gd name="T11" fmla="*/ 231 h 629"/>
                <a:gd name="T12" fmla="*/ 253 w 629"/>
                <a:gd name="T13" fmla="*/ 199 h 629"/>
                <a:gd name="T14" fmla="*/ 301 w 629"/>
                <a:gd name="T15" fmla="*/ 184 h 629"/>
                <a:gd name="T16" fmla="*/ 352 w 629"/>
                <a:gd name="T17" fmla="*/ 190 h 629"/>
                <a:gd name="T18" fmla="*/ 395 w 629"/>
                <a:gd name="T19" fmla="*/ 213 h 629"/>
                <a:gd name="T20" fmla="*/ 426 w 629"/>
                <a:gd name="T21" fmla="*/ 252 h 629"/>
                <a:gd name="T22" fmla="*/ 441 w 629"/>
                <a:gd name="T23" fmla="*/ 300 h 629"/>
                <a:gd name="T24" fmla="*/ 436 w 629"/>
                <a:gd name="T25" fmla="*/ 350 h 629"/>
                <a:gd name="T26" fmla="*/ 413 w 629"/>
                <a:gd name="T27" fmla="*/ 394 h 629"/>
                <a:gd name="T28" fmla="*/ 375 w 629"/>
                <a:gd name="T29" fmla="*/ 425 h 629"/>
                <a:gd name="T30" fmla="*/ 327 w 629"/>
                <a:gd name="T31" fmla="*/ 440 h 629"/>
                <a:gd name="T32" fmla="*/ 572 w 629"/>
                <a:gd name="T33" fmla="*/ 346 h 629"/>
                <a:gd name="T34" fmla="*/ 574 w 629"/>
                <a:gd name="T35" fmla="*/ 302 h 629"/>
                <a:gd name="T36" fmla="*/ 620 w 629"/>
                <a:gd name="T37" fmla="*/ 241 h 629"/>
                <a:gd name="T38" fmla="*/ 628 w 629"/>
                <a:gd name="T39" fmla="*/ 231 h 629"/>
                <a:gd name="T40" fmla="*/ 625 w 629"/>
                <a:gd name="T41" fmla="*/ 219 h 629"/>
                <a:gd name="T42" fmla="*/ 544 w 629"/>
                <a:gd name="T43" fmla="*/ 84 h 629"/>
                <a:gd name="T44" fmla="*/ 532 w 629"/>
                <a:gd name="T45" fmla="*/ 83 h 629"/>
                <a:gd name="T46" fmla="*/ 447 w 629"/>
                <a:gd name="T47" fmla="*/ 88 h 629"/>
                <a:gd name="T48" fmla="*/ 407 w 629"/>
                <a:gd name="T49" fmla="*/ 69 h 629"/>
                <a:gd name="T50" fmla="*/ 404 w 629"/>
                <a:gd name="T51" fmla="*/ 7 h 629"/>
                <a:gd name="T52" fmla="*/ 395 w 629"/>
                <a:gd name="T53" fmla="*/ 0 h 629"/>
                <a:gd name="T54" fmla="*/ 235 w 629"/>
                <a:gd name="T55" fmla="*/ 1 h 629"/>
                <a:gd name="T56" fmla="*/ 227 w 629"/>
                <a:gd name="T57" fmla="*/ 10 h 629"/>
                <a:gd name="T58" fmla="*/ 216 w 629"/>
                <a:gd name="T59" fmla="*/ 72 h 629"/>
                <a:gd name="T60" fmla="*/ 177 w 629"/>
                <a:gd name="T61" fmla="*/ 91 h 629"/>
                <a:gd name="T62" fmla="*/ 98 w 629"/>
                <a:gd name="T63" fmla="*/ 84 h 629"/>
                <a:gd name="T64" fmla="*/ 87 w 629"/>
                <a:gd name="T65" fmla="*/ 83 h 629"/>
                <a:gd name="T66" fmla="*/ 78 w 629"/>
                <a:gd name="T67" fmla="*/ 90 h 629"/>
                <a:gd name="T68" fmla="*/ 1 w 629"/>
                <a:gd name="T69" fmla="*/ 228 h 629"/>
                <a:gd name="T70" fmla="*/ 57 w 629"/>
                <a:gd name="T71" fmla="*/ 269 h 629"/>
                <a:gd name="T72" fmla="*/ 54 w 629"/>
                <a:gd name="T73" fmla="*/ 313 h 629"/>
                <a:gd name="T74" fmla="*/ 57 w 629"/>
                <a:gd name="T75" fmla="*/ 355 h 629"/>
                <a:gd name="T76" fmla="*/ 2 w 629"/>
                <a:gd name="T77" fmla="*/ 391 h 629"/>
                <a:gd name="T78" fmla="*/ 1 w 629"/>
                <a:gd name="T79" fmla="*/ 402 h 629"/>
                <a:gd name="T80" fmla="*/ 86 w 629"/>
                <a:gd name="T81" fmla="*/ 543 h 629"/>
                <a:gd name="T82" fmla="*/ 98 w 629"/>
                <a:gd name="T83" fmla="*/ 542 h 629"/>
                <a:gd name="T84" fmla="*/ 177 w 629"/>
                <a:gd name="T85" fmla="*/ 533 h 629"/>
                <a:gd name="T86" fmla="*/ 216 w 629"/>
                <a:gd name="T87" fmla="*/ 552 h 629"/>
                <a:gd name="T88" fmla="*/ 227 w 629"/>
                <a:gd name="T89" fmla="*/ 620 h 629"/>
                <a:gd name="T90" fmla="*/ 235 w 629"/>
                <a:gd name="T91" fmla="*/ 628 h 629"/>
                <a:gd name="T92" fmla="*/ 395 w 629"/>
                <a:gd name="T93" fmla="*/ 629 h 629"/>
                <a:gd name="T94" fmla="*/ 404 w 629"/>
                <a:gd name="T95" fmla="*/ 623 h 629"/>
                <a:gd name="T96" fmla="*/ 407 w 629"/>
                <a:gd name="T97" fmla="*/ 556 h 629"/>
                <a:gd name="T98" fmla="*/ 447 w 629"/>
                <a:gd name="T99" fmla="*/ 538 h 629"/>
                <a:gd name="T100" fmla="*/ 533 w 629"/>
                <a:gd name="T101" fmla="*/ 543 h 629"/>
                <a:gd name="T102" fmla="*/ 545 w 629"/>
                <a:gd name="T103" fmla="*/ 543 h 629"/>
                <a:gd name="T104" fmla="*/ 627 w 629"/>
                <a:gd name="T105" fmla="*/ 405 h 629"/>
                <a:gd name="T106" fmla="*/ 628 w 629"/>
                <a:gd name="T107" fmla="*/ 394 h 629"/>
                <a:gd name="T108" fmla="*/ 621 w 629"/>
                <a:gd name="T109" fmla="*/ 385 h 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29" h="629">
                  <a:moveTo>
                    <a:pt x="314" y="441"/>
                  </a:moveTo>
                  <a:lnTo>
                    <a:pt x="301" y="440"/>
                  </a:lnTo>
                  <a:lnTo>
                    <a:pt x="288" y="439"/>
                  </a:lnTo>
                  <a:lnTo>
                    <a:pt x="276" y="436"/>
                  </a:lnTo>
                  <a:lnTo>
                    <a:pt x="264" y="430"/>
                  </a:lnTo>
                  <a:lnTo>
                    <a:pt x="253" y="425"/>
                  </a:lnTo>
                  <a:lnTo>
                    <a:pt x="242" y="418"/>
                  </a:lnTo>
                  <a:lnTo>
                    <a:pt x="233" y="411"/>
                  </a:lnTo>
                  <a:lnTo>
                    <a:pt x="223" y="404"/>
                  </a:lnTo>
                  <a:lnTo>
                    <a:pt x="216" y="394"/>
                  </a:lnTo>
                  <a:lnTo>
                    <a:pt x="208" y="384"/>
                  </a:lnTo>
                  <a:lnTo>
                    <a:pt x="202" y="374"/>
                  </a:lnTo>
                  <a:lnTo>
                    <a:pt x="196" y="362"/>
                  </a:lnTo>
                  <a:lnTo>
                    <a:pt x="192" y="350"/>
                  </a:lnTo>
                  <a:lnTo>
                    <a:pt x="189" y="338"/>
                  </a:lnTo>
                  <a:lnTo>
                    <a:pt x="187" y="325"/>
                  </a:lnTo>
                  <a:lnTo>
                    <a:pt x="186" y="313"/>
                  </a:lnTo>
                  <a:lnTo>
                    <a:pt x="187" y="300"/>
                  </a:lnTo>
                  <a:lnTo>
                    <a:pt x="189" y="287"/>
                  </a:lnTo>
                  <a:lnTo>
                    <a:pt x="192" y="274"/>
                  </a:lnTo>
                  <a:lnTo>
                    <a:pt x="196" y="262"/>
                  </a:lnTo>
                  <a:lnTo>
                    <a:pt x="202" y="252"/>
                  </a:lnTo>
                  <a:lnTo>
                    <a:pt x="208" y="241"/>
                  </a:lnTo>
                  <a:lnTo>
                    <a:pt x="216" y="231"/>
                  </a:lnTo>
                  <a:lnTo>
                    <a:pt x="223" y="222"/>
                  </a:lnTo>
                  <a:lnTo>
                    <a:pt x="233" y="213"/>
                  </a:lnTo>
                  <a:lnTo>
                    <a:pt x="242" y="206"/>
                  </a:lnTo>
                  <a:lnTo>
                    <a:pt x="253" y="199"/>
                  </a:lnTo>
                  <a:lnTo>
                    <a:pt x="264" y="194"/>
                  </a:lnTo>
                  <a:lnTo>
                    <a:pt x="276" y="190"/>
                  </a:lnTo>
                  <a:lnTo>
                    <a:pt x="288" y="186"/>
                  </a:lnTo>
                  <a:lnTo>
                    <a:pt x="301" y="184"/>
                  </a:lnTo>
                  <a:lnTo>
                    <a:pt x="314" y="184"/>
                  </a:lnTo>
                  <a:lnTo>
                    <a:pt x="327" y="184"/>
                  </a:lnTo>
                  <a:lnTo>
                    <a:pt x="340" y="186"/>
                  </a:lnTo>
                  <a:lnTo>
                    <a:pt x="352" y="190"/>
                  </a:lnTo>
                  <a:lnTo>
                    <a:pt x="363" y="194"/>
                  </a:lnTo>
                  <a:lnTo>
                    <a:pt x="375" y="199"/>
                  </a:lnTo>
                  <a:lnTo>
                    <a:pt x="386" y="206"/>
                  </a:lnTo>
                  <a:lnTo>
                    <a:pt x="395" y="213"/>
                  </a:lnTo>
                  <a:lnTo>
                    <a:pt x="404" y="222"/>
                  </a:lnTo>
                  <a:lnTo>
                    <a:pt x="413" y="231"/>
                  </a:lnTo>
                  <a:lnTo>
                    <a:pt x="420" y="241"/>
                  </a:lnTo>
                  <a:lnTo>
                    <a:pt x="426" y="252"/>
                  </a:lnTo>
                  <a:lnTo>
                    <a:pt x="432" y="262"/>
                  </a:lnTo>
                  <a:lnTo>
                    <a:pt x="436" y="274"/>
                  </a:lnTo>
                  <a:lnTo>
                    <a:pt x="439" y="287"/>
                  </a:lnTo>
                  <a:lnTo>
                    <a:pt x="441" y="300"/>
                  </a:lnTo>
                  <a:lnTo>
                    <a:pt x="443" y="313"/>
                  </a:lnTo>
                  <a:lnTo>
                    <a:pt x="441" y="325"/>
                  </a:lnTo>
                  <a:lnTo>
                    <a:pt x="439" y="338"/>
                  </a:lnTo>
                  <a:lnTo>
                    <a:pt x="436" y="350"/>
                  </a:lnTo>
                  <a:lnTo>
                    <a:pt x="432" y="362"/>
                  </a:lnTo>
                  <a:lnTo>
                    <a:pt x="426" y="374"/>
                  </a:lnTo>
                  <a:lnTo>
                    <a:pt x="420" y="384"/>
                  </a:lnTo>
                  <a:lnTo>
                    <a:pt x="413" y="394"/>
                  </a:lnTo>
                  <a:lnTo>
                    <a:pt x="404" y="404"/>
                  </a:lnTo>
                  <a:lnTo>
                    <a:pt x="395" y="411"/>
                  </a:lnTo>
                  <a:lnTo>
                    <a:pt x="386" y="418"/>
                  </a:lnTo>
                  <a:lnTo>
                    <a:pt x="375" y="425"/>
                  </a:lnTo>
                  <a:lnTo>
                    <a:pt x="363" y="430"/>
                  </a:lnTo>
                  <a:lnTo>
                    <a:pt x="352" y="436"/>
                  </a:lnTo>
                  <a:lnTo>
                    <a:pt x="340" y="439"/>
                  </a:lnTo>
                  <a:lnTo>
                    <a:pt x="327" y="440"/>
                  </a:lnTo>
                  <a:lnTo>
                    <a:pt x="314" y="441"/>
                  </a:lnTo>
                  <a:close/>
                  <a:moveTo>
                    <a:pt x="621" y="385"/>
                  </a:moveTo>
                  <a:lnTo>
                    <a:pt x="571" y="355"/>
                  </a:lnTo>
                  <a:lnTo>
                    <a:pt x="572" y="346"/>
                  </a:lnTo>
                  <a:lnTo>
                    <a:pt x="573" y="335"/>
                  </a:lnTo>
                  <a:lnTo>
                    <a:pt x="574" y="323"/>
                  </a:lnTo>
                  <a:lnTo>
                    <a:pt x="574" y="313"/>
                  </a:lnTo>
                  <a:lnTo>
                    <a:pt x="574" y="302"/>
                  </a:lnTo>
                  <a:lnTo>
                    <a:pt x="573" y="291"/>
                  </a:lnTo>
                  <a:lnTo>
                    <a:pt x="572" y="280"/>
                  </a:lnTo>
                  <a:lnTo>
                    <a:pt x="570" y="269"/>
                  </a:lnTo>
                  <a:lnTo>
                    <a:pt x="620" y="241"/>
                  </a:lnTo>
                  <a:lnTo>
                    <a:pt x="623" y="239"/>
                  </a:lnTo>
                  <a:lnTo>
                    <a:pt x="624" y="237"/>
                  </a:lnTo>
                  <a:lnTo>
                    <a:pt x="627" y="234"/>
                  </a:lnTo>
                  <a:lnTo>
                    <a:pt x="628" y="231"/>
                  </a:lnTo>
                  <a:lnTo>
                    <a:pt x="628" y="228"/>
                  </a:lnTo>
                  <a:lnTo>
                    <a:pt x="628" y="226"/>
                  </a:lnTo>
                  <a:lnTo>
                    <a:pt x="628" y="223"/>
                  </a:lnTo>
                  <a:lnTo>
                    <a:pt x="625" y="219"/>
                  </a:lnTo>
                  <a:lnTo>
                    <a:pt x="551" y="90"/>
                  </a:lnTo>
                  <a:lnTo>
                    <a:pt x="548" y="87"/>
                  </a:lnTo>
                  <a:lnTo>
                    <a:pt x="546" y="85"/>
                  </a:lnTo>
                  <a:lnTo>
                    <a:pt x="544" y="84"/>
                  </a:lnTo>
                  <a:lnTo>
                    <a:pt x="541" y="83"/>
                  </a:lnTo>
                  <a:lnTo>
                    <a:pt x="539" y="81"/>
                  </a:lnTo>
                  <a:lnTo>
                    <a:pt x="536" y="81"/>
                  </a:lnTo>
                  <a:lnTo>
                    <a:pt x="532" y="83"/>
                  </a:lnTo>
                  <a:lnTo>
                    <a:pt x="530" y="84"/>
                  </a:lnTo>
                  <a:lnTo>
                    <a:pt x="481" y="113"/>
                  </a:lnTo>
                  <a:lnTo>
                    <a:pt x="465" y="99"/>
                  </a:lnTo>
                  <a:lnTo>
                    <a:pt x="447" y="88"/>
                  </a:lnTo>
                  <a:lnTo>
                    <a:pt x="438" y="83"/>
                  </a:lnTo>
                  <a:lnTo>
                    <a:pt x="429" y="77"/>
                  </a:lnTo>
                  <a:lnTo>
                    <a:pt x="418" y="73"/>
                  </a:lnTo>
                  <a:lnTo>
                    <a:pt x="407" y="69"/>
                  </a:lnTo>
                  <a:lnTo>
                    <a:pt x="407" y="15"/>
                  </a:lnTo>
                  <a:lnTo>
                    <a:pt x="407" y="12"/>
                  </a:lnTo>
                  <a:lnTo>
                    <a:pt x="406" y="10"/>
                  </a:lnTo>
                  <a:lnTo>
                    <a:pt x="404" y="7"/>
                  </a:lnTo>
                  <a:lnTo>
                    <a:pt x="403" y="4"/>
                  </a:lnTo>
                  <a:lnTo>
                    <a:pt x="401" y="2"/>
                  </a:lnTo>
                  <a:lnTo>
                    <a:pt x="398" y="1"/>
                  </a:lnTo>
                  <a:lnTo>
                    <a:pt x="395" y="0"/>
                  </a:lnTo>
                  <a:lnTo>
                    <a:pt x="392" y="0"/>
                  </a:lnTo>
                  <a:lnTo>
                    <a:pt x="241" y="0"/>
                  </a:lnTo>
                  <a:lnTo>
                    <a:pt x="238" y="0"/>
                  </a:lnTo>
                  <a:lnTo>
                    <a:pt x="235" y="1"/>
                  </a:lnTo>
                  <a:lnTo>
                    <a:pt x="233" y="2"/>
                  </a:lnTo>
                  <a:lnTo>
                    <a:pt x="231" y="4"/>
                  </a:lnTo>
                  <a:lnTo>
                    <a:pt x="229" y="7"/>
                  </a:lnTo>
                  <a:lnTo>
                    <a:pt x="227" y="10"/>
                  </a:lnTo>
                  <a:lnTo>
                    <a:pt x="226" y="12"/>
                  </a:lnTo>
                  <a:lnTo>
                    <a:pt x="226" y="15"/>
                  </a:lnTo>
                  <a:lnTo>
                    <a:pt x="226" y="69"/>
                  </a:lnTo>
                  <a:lnTo>
                    <a:pt x="216" y="72"/>
                  </a:lnTo>
                  <a:lnTo>
                    <a:pt x="206" y="76"/>
                  </a:lnTo>
                  <a:lnTo>
                    <a:pt x="196" y="80"/>
                  </a:lnTo>
                  <a:lnTo>
                    <a:pt x="187" y="86"/>
                  </a:lnTo>
                  <a:lnTo>
                    <a:pt x="177" y="91"/>
                  </a:lnTo>
                  <a:lnTo>
                    <a:pt x="168" y="98"/>
                  </a:lnTo>
                  <a:lnTo>
                    <a:pt x="159" y="105"/>
                  </a:lnTo>
                  <a:lnTo>
                    <a:pt x="149" y="113"/>
                  </a:lnTo>
                  <a:lnTo>
                    <a:pt x="98" y="84"/>
                  </a:lnTo>
                  <a:lnTo>
                    <a:pt x="96" y="83"/>
                  </a:lnTo>
                  <a:lnTo>
                    <a:pt x="93" y="81"/>
                  </a:lnTo>
                  <a:lnTo>
                    <a:pt x="90" y="81"/>
                  </a:lnTo>
                  <a:lnTo>
                    <a:pt x="87" y="83"/>
                  </a:lnTo>
                  <a:lnTo>
                    <a:pt x="84" y="84"/>
                  </a:lnTo>
                  <a:lnTo>
                    <a:pt x="82" y="85"/>
                  </a:lnTo>
                  <a:lnTo>
                    <a:pt x="80" y="87"/>
                  </a:lnTo>
                  <a:lnTo>
                    <a:pt x="78" y="90"/>
                  </a:lnTo>
                  <a:lnTo>
                    <a:pt x="3" y="219"/>
                  </a:lnTo>
                  <a:lnTo>
                    <a:pt x="1" y="222"/>
                  </a:lnTo>
                  <a:lnTo>
                    <a:pt x="1" y="225"/>
                  </a:lnTo>
                  <a:lnTo>
                    <a:pt x="1" y="228"/>
                  </a:lnTo>
                  <a:lnTo>
                    <a:pt x="1" y="230"/>
                  </a:lnTo>
                  <a:lnTo>
                    <a:pt x="4" y="236"/>
                  </a:lnTo>
                  <a:lnTo>
                    <a:pt x="8" y="241"/>
                  </a:lnTo>
                  <a:lnTo>
                    <a:pt x="57" y="269"/>
                  </a:lnTo>
                  <a:lnTo>
                    <a:pt x="56" y="280"/>
                  </a:lnTo>
                  <a:lnTo>
                    <a:pt x="55" y="291"/>
                  </a:lnTo>
                  <a:lnTo>
                    <a:pt x="54" y="302"/>
                  </a:lnTo>
                  <a:lnTo>
                    <a:pt x="54" y="313"/>
                  </a:lnTo>
                  <a:lnTo>
                    <a:pt x="54" y="323"/>
                  </a:lnTo>
                  <a:lnTo>
                    <a:pt x="55" y="335"/>
                  </a:lnTo>
                  <a:lnTo>
                    <a:pt x="56" y="346"/>
                  </a:lnTo>
                  <a:lnTo>
                    <a:pt x="57" y="355"/>
                  </a:lnTo>
                  <a:lnTo>
                    <a:pt x="7" y="385"/>
                  </a:lnTo>
                  <a:lnTo>
                    <a:pt x="5" y="387"/>
                  </a:lnTo>
                  <a:lnTo>
                    <a:pt x="3" y="389"/>
                  </a:lnTo>
                  <a:lnTo>
                    <a:pt x="2" y="391"/>
                  </a:lnTo>
                  <a:lnTo>
                    <a:pt x="1" y="394"/>
                  </a:lnTo>
                  <a:lnTo>
                    <a:pt x="0" y="396"/>
                  </a:lnTo>
                  <a:lnTo>
                    <a:pt x="1" y="399"/>
                  </a:lnTo>
                  <a:lnTo>
                    <a:pt x="1" y="402"/>
                  </a:lnTo>
                  <a:lnTo>
                    <a:pt x="2" y="405"/>
                  </a:lnTo>
                  <a:lnTo>
                    <a:pt x="78" y="536"/>
                  </a:lnTo>
                  <a:lnTo>
                    <a:pt x="81" y="540"/>
                  </a:lnTo>
                  <a:lnTo>
                    <a:pt x="86" y="543"/>
                  </a:lnTo>
                  <a:lnTo>
                    <a:pt x="89" y="544"/>
                  </a:lnTo>
                  <a:lnTo>
                    <a:pt x="93" y="544"/>
                  </a:lnTo>
                  <a:lnTo>
                    <a:pt x="95" y="543"/>
                  </a:lnTo>
                  <a:lnTo>
                    <a:pt x="98" y="542"/>
                  </a:lnTo>
                  <a:lnTo>
                    <a:pt x="149" y="513"/>
                  </a:lnTo>
                  <a:lnTo>
                    <a:pt x="159" y="520"/>
                  </a:lnTo>
                  <a:lnTo>
                    <a:pt x="168" y="527"/>
                  </a:lnTo>
                  <a:lnTo>
                    <a:pt x="177" y="533"/>
                  </a:lnTo>
                  <a:lnTo>
                    <a:pt x="187" y="539"/>
                  </a:lnTo>
                  <a:lnTo>
                    <a:pt x="196" y="544"/>
                  </a:lnTo>
                  <a:lnTo>
                    <a:pt x="206" y="549"/>
                  </a:lnTo>
                  <a:lnTo>
                    <a:pt x="216" y="552"/>
                  </a:lnTo>
                  <a:lnTo>
                    <a:pt x="226" y="556"/>
                  </a:lnTo>
                  <a:lnTo>
                    <a:pt x="226" y="614"/>
                  </a:lnTo>
                  <a:lnTo>
                    <a:pt x="226" y="617"/>
                  </a:lnTo>
                  <a:lnTo>
                    <a:pt x="227" y="620"/>
                  </a:lnTo>
                  <a:lnTo>
                    <a:pt x="229" y="623"/>
                  </a:lnTo>
                  <a:lnTo>
                    <a:pt x="231" y="625"/>
                  </a:lnTo>
                  <a:lnTo>
                    <a:pt x="233" y="627"/>
                  </a:lnTo>
                  <a:lnTo>
                    <a:pt x="235" y="628"/>
                  </a:lnTo>
                  <a:lnTo>
                    <a:pt x="238" y="629"/>
                  </a:lnTo>
                  <a:lnTo>
                    <a:pt x="241" y="629"/>
                  </a:lnTo>
                  <a:lnTo>
                    <a:pt x="392" y="629"/>
                  </a:lnTo>
                  <a:lnTo>
                    <a:pt x="395" y="629"/>
                  </a:lnTo>
                  <a:lnTo>
                    <a:pt x="398" y="628"/>
                  </a:lnTo>
                  <a:lnTo>
                    <a:pt x="401" y="627"/>
                  </a:lnTo>
                  <a:lnTo>
                    <a:pt x="403" y="625"/>
                  </a:lnTo>
                  <a:lnTo>
                    <a:pt x="404" y="623"/>
                  </a:lnTo>
                  <a:lnTo>
                    <a:pt x="406" y="620"/>
                  </a:lnTo>
                  <a:lnTo>
                    <a:pt x="407" y="617"/>
                  </a:lnTo>
                  <a:lnTo>
                    <a:pt x="407" y="614"/>
                  </a:lnTo>
                  <a:lnTo>
                    <a:pt x="407" y="556"/>
                  </a:lnTo>
                  <a:lnTo>
                    <a:pt x="418" y="552"/>
                  </a:lnTo>
                  <a:lnTo>
                    <a:pt x="429" y="548"/>
                  </a:lnTo>
                  <a:lnTo>
                    <a:pt x="438" y="544"/>
                  </a:lnTo>
                  <a:lnTo>
                    <a:pt x="447" y="538"/>
                  </a:lnTo>
                  <a:lnTo>
                    <a:pt x="465" y="527"/>
                  </a:lnTo>
                  <a:lnTo>
                    <a:pt x="481" y="513"/>
                  </a:lnTo>
                  <a:lnTo>
                    <a:pt x="530" y="542"/>
                  </a:lnTo>
                  <a:lnTo>
                    <a:pt x="533" y="543"/>
                  </a:lnTo>
                  <a:lnTo>
                    <a:pt x="537" y="544"/>
                  </a:lnTo>
                  <a:lnTo>
                    <a:pt x="539" y="544"/>
                  </a:lnTo>
                  <a:lnTo>
                    <a:pt x="542" y="543"/>
                  </a:lnTo>
                  <a:lnTo>
                    <a:pt x="545" y="543"/>
                  </a:lnTo>
                  <a:lnTo>
                    <a:pt x="547" y="540"/>
                  </a:lnTo>
                  <a:lnTo>
                    <a:pt x="550" y="539"/>
                  </a:lnTo>
                  <a:lnTo>
                    <a:pt x="552" y="536"/>
                  </a:lnTo>
                  <a:lnTo>
                    <a:pt x="627" y="405"/>
                  </a:lnTo>
                  <a:lnTo>
                    <a:pt x="628" y="402"/>
                  </a:lnTo>
                  <a:lnTo>
                    <a:pt x="628" y="399"/>
                  </a:lnTo>
                  <a:lnTo>
                    <a:pt x="629" y="396"/>
                  </a:lnTo>
                  <a:lnTo>
                    <a:pt x="628" y="394"/>
                  </a:lnTo>
                  <a:lnTo>
                    <a:pt x="627" y="391"/>
                  </a:lnTo>
                  <a:lnTo>
                    <a:pt x="625" y="389"/>
                  </a:lnTo>
                  <a:lnTo>
                    <a:pt x="623" y="387"/>
                  </a:lnTo>
                  <a:lnTo>
                    <a:pt x="621" y="3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1" name="Freeform 4360">
              <a:extLst>
                <a:ext uri="{FF2B5EF4-FFF2-40B4-BE49-F238E27FC236}">
                  <a16:creationId xmlns:a16="http://schemas.microsoft.com/office/drawing/2014/main" id="{CDB8F87B-81A2-480F-ADA8-BFB5FD890ACD}"/>
                </a:ext>
              </a:extLst>
            </p:cNvPr>
            <p:cNvSpPr>
              <a:spLocks noEditPoints="1"/>
            </p:cNvSpPr>
            <p:nvPr/>
          </p:nvSpPr>
          <p:spPr bwMode="auto">
            <a:xfrm>
              <a:off x="7781925" y="1387475"/>
              <a:ext cx="115888" cy="117475"/>
            </a:xfrm>
            <a:custGeom>
              <a:avLst/>
              <a:gdLst>
                <a:gd name="T0" fmla="*/ 160 w 362"/>
                <a:gd name="T1" fmla="*/ 252 h 369"/>
                <a:gd name="T2" fmla="*/ 135 w 362"/>
                <a:gd name="T3" fmla="*/ 238 h 369"/>
                <a:gd name="T4" fmla="*/ 118 w 362"/>
                <a:gd name="T5" fmla="*/ 218 h 369"/>
                <a:gd name="T6" fmla="*/ 109 w 362"/>
                <a:gd name="T7" fmla="*/ 190 h 369"/>
                <a:gd name="T8" fmla="*/ 113 w 362"/>
                <a:gd name="T9" fmla="*/ 162 h 369"/>
                <a:gd name="T10" fmla="*/ 125 w 362"/>
                <a:gd name="T11" fmla="*/ 138 h 369"/>
                <a:gd name="T12" fmla="*/ 147 w 362"/>
                <a:gd name="T13" fmla="*/ 121 h 369"/>
                <a:gd name="T14" fmla="*/ 174 w 362"/>
                <a:gd name="T15" fmla="*/ 112 h 369"/>
                <a:gd name="T16" fmla="*/ 202 w 362"/>
                <a:gd name="T17" fmla="*/ 114 h 369"/>
                <a:gd name="T18" fmla="*/ 226 w 362"/>
                <a:gd name="T19" fmla="*/ 128 h 369"/>
                <a:gd name="T20" fmla="*/ 244 w 362"/>
                <a:gd name="T21" fmla="*/ 149 h 369"/>
                <a:gd name="T22" fmla="*/ 252 w 362"/>
                <a:gd name="T23" fmla="*/ 176 h 369"/>
                <a:gd name="T24" fmla="*/ 250 w 362"/>
                <a:gd name="T25" fmla="*/ 205 h 369"/>
                <a:gd name="T26" fmla="*/ 236 w 362"/>
                <a:gd name="T27" fmla="*/ 229 h 369"/>
                <a:gd name="T28" fmla="*/ 215 w 362"/>
                <a:gd name="T29" fmla="*/ 247 h 369"/>
                <a:gd name="T30" fmla="*/ 189 w 362"/>
                <a:gd name="T31" fmla="*/ 254 h 369"/>
                <a:gd name="T32" fmla="*/ 328 w 362"/>
                <a:gd name="T33" fmla="*/ 195 h 369"/>
                <a:gd name="T34" fmla="*/ 354 w 362"/>
                <a:gd name="T35" fmla="*/ 144 h 369"/>
                <a:gd name="T36" fmla="*/ 361 w 362"/>
                <a:gd name="T37" fmla="*/ 136 h 369"/>
                <a:gd name="T38" fmla="*/ 360 w 362"/>
                <a:gd name="T39" fmla="*/ 124 h 369"/>
                <a:gd name="T40" fmla="*/ 316 w 362"/>
                <a:gd name="T41" fmla="*/ 53 h 369"/>
                <a:gd name="T42" fmla="*/ 304 w 362"/>
                <a:gd name="T43" fmla="*/ 52 h 369"/>
                <a:gd name="T44" fmla="*/ 256 w 362"/>
                <a:gd name="T45" fmla="*/ 56 h 369"/>
                <a:gd name="T46" fmla="*/ 236 w 362"/>
                <a:gd name="T47" fmla="*/ 10 h 369"/>
                <a:gd name="T48" fmla="*/ 229 w 362"/>
                <a:gd name="T49" fmla="*/ 2 h 369"/>
                <a:gd name="T50" fmla="*/ 146 w 362"/>
                <a:gd name="T51" fmla="*/ 0 h 369"/>
                <a:gd name="T52" fmla="*/ 135 w 362"/>
                <a:gd name="T53" fmla="*/ 3 h 369"/>
                <a:gd name="T54" fmla="*/ 131 w 362"/>
                <a:gd name="T55" fmla="*/ 14 h 369"/>
                <a:gd name="T56" fmla="*/ 99 w 362"/>
                <a:gd name="T57" fmla="*/ 63 h 369"/>
                <a:gd name="T58" fmla="*/ 55 w 362"/>
                <a:gd name="T59" fmla="*/ 51 h 369"/>
                <a:gd name="T60" fmla="*/ 44 w 362"/>
                <a:gd name="T61" fmla="*/ 54 h 369"/>
                <a:gd name="T62" fmla="*/ 1 w 362"/>
                <a:gd name="T63" fmla="*/ 126 h 369"/>
                <a:gd name="T64" fmla="*/ 2 w 362"/>
                <a:gd name="T65" fmla="*/ 139 h 369"/>
                <a:gd name="T66" fmla="*/ 36 w 362"/>
                <a:gd name="T67" fmla="*/ 160 h 369"/>
                <a:gd name="T68" fmla="*/ 36 w 362"/>
                <a:gd name="T69" fmla="*/ 207 h 369"/>
                <a:gd name="T70" fmla="*/ 1 w 362"/>
                <a:gd name="T71" fmla="*/ 230 h 369"/>
                <a:gd name="T72" fmla="*/ 1 w 362"/>
                <a:gd name="T73" fmla="*/ 240 h 369"/>
                <a:gd name="T74" fmla="*/ 44 w 362"/>
                <a:gd name="T75" fmla="*/ 313 h 369"/>
                <a:gd name="T76" fmla="*/ 60 w 362"/>
                <a:gd name="T77" fmla="*/ 314 h 369"/>
                <a:gd name="T78" fmla="*/ 120 w 362"/>
                <a:gd name="T79" fmla="*/ 316 h 369"/>
                <a:gd name="T80" fmla="*/ 132 w 362"/>
                <a:gd name="T81" fmla="*/ 359 h 369"/>
                <a:gd name="T82" fmla="*/ 140 w 362"/>
                <a:gd name="T83" fmla="*/ 368 h 369"/>
                <a:gd name="T84" fmla="*/ 225 w 362"/>
                <a:gd name="T85" fmla="*/ 368 h 369"/>
                <a:gd name="T86" fmla="*/ 233 w 362"/>
                <a:gd name="T87" fmla="*/ 361 h 369"/>
                <a:gd name="T88" fmla="*/ 237 w 362"/>
                <a:gd name="T89" fmla="*/ 321 h 369"/>
                <a:gd name="T90" fmla="*/ 274 w 362"/>
                <a:gd name="T91" fmla="*/ 298 h 369"/>
                <a:gd name="T92" fmla="*/ 310 w 362"/>
                <a:gd name="T93" fmla="*/ 316 h 369"/>
                <a:gd name="T94" fmla="*/ 360 w 362"/>
                <a:gd name="T95" fmla="*/ 243 h 369"/>
                <a:gd name="T96" fmla="*/ 362 w 362"/>
                <a:gd name="T97" fmla="*/ 232 h 369"/>
                <a:gd name="T98" fmla="*/ 354 w 362"/>
                <a:gd name="T99" fmla="*/ 223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62" h="369">
                  <a:moveTo>
                    <a:pt x="181" y="255"/>
                  </a:moveTo>
                  <a:lnTo>
                    <a:pt x="174" y="254"/>
                  </a:lnTo>
                  <a:lnTo>
                    <a:pt x="166" y="253"/>
                  </a:lnTo>
                  <a:lnTo>
                    <a:pt x="160" y="252"/>
                  </a:lnTo>
                  <a:lnTo>
                    <a:pt x="153" y="249"/>
                  </a:lnTo>
                  <a:lnTo>
                    <a:pt x="147" y="247"/>
                  </a:lnTo>
                  <a:lnTo>
                    <a:pt x="141" y="243"/>
                  </a:lnTo>
                  <a:lnTo>
                    <a:pt x="135" y="238"/>
                  </a:lnTo>
                  <a:lnTo>
                    <a:pt x="131" y="234"/>
                  </a:lnTo>
                  <a:lnTo>
                    <a:pt x="125" y="229"/>
                  </a:lnTo>
                  <a:lnTo>
                    <a:pt x="122" y="223"/>
                  </a:lnTo>
                  <a:lnTo>
                    <a:pt x="118" y="218"/>
                  </a:lnTo>
                  <a:lnTo>
                    <a:pt x="115" y="212"/>
                  </a:lnTo>
                  <a:lnTo>
                    <a:pt x="113" y="205"/>
                  </a:lnTo>
                  <a:lnTo>
                    <a:pt x="110" y="198"/>
                  </a:lnTo>
                  <a:lnTo>
                    <a:pt x="109" y="190"/>
                  </a:lnTo>
                  <a:lnTo>
                    <a:pt x="109" y="183"/>
                  </a:lnTo>
                  <a:lnTo>
                    <a:pt x="109" y="176"/>
                  </a:lnTo>
                  <a:lnTo>
                    <a:pt x="110" y="169"/>
                  </a:lnTo>
                  <a:lnTo>
                    <a:pt x="113" y="162"/>
                  </a:lnTo>
                  <a:lnTo>
                    <a:pt x="115" y="156"/>
                  </a:lnTo>
                  <a:lnTo>
                    <a:pt x="118" y="149"/>
                  </a:lnTo>
                  <a:lnTo>
                    <a:pt x="122" y="143"/>
                  </a:lnTo>
                  <a:lnTo>
                    <a:pt x="125" y="138"/>
                  </a:lnTo>
                  <a:lnTo>
                    <a:pt x="131" y="132"/>
                  </a:lnTo>
                  <a:lnTo>
                    <a:pt x="135" y="128"/>
                  </a:lnTo>
                  <a:lnTo>
                    <a:pt x="141" y="124"/>
                  </a:lnTo>
                  <a:lnTo>
                    <a:pt x="147" y="121"/>
                  </a:lnTo>
                  <a:lnTo>
                    <a:pt x="153" y="117"/>
                  </a:lnTo>
                  <a:lnTo>
                    <a:pt x="160" y="114"/>
                  </a:lnTo>
                  <a:lnTo>
                    <a:pt x="166" y="113"/>
                  </a:lnTo>
                  <a:lnTo>
                    <a:pt x="174" y="112"/>
                  </a:lnTo>
                  <a:lnTo>
                    <a:pt x="181" y="111"/>
                  </a:lnTo>
                  <a:lnTo>
                    <a:pt x="189" y="112"/>
                  </a:lnTo>
                  <a:lnTo>
                    <a:pt x="195" y="113"/>
                  </a:lnTo>
                  <a:lnTo>
                    <a:pt x="202" y="114"/>
                  </a:lnTo>
                  <a:lnTo>
                    <a:pt x="209" y="117"/>
                  </a:lnTo>
                  <a:lnTo>
                    <a:pt x="215" y="121"/>
                  </a:lnTo>
                  <a:lnTo>
                    <a:pt x="221" y="124"/>
                  </a:lnTo>
                  <a:lnTo>
                    <a:pt x="226" y="128"/>
                  </a:lnTo>
                  <a:lnTo>
                    <a:pt x="231" y="132"/>
                  </a:lnTo>
                  <a:lnTo>
                    <a:pt x="236" y="138"/>
                  </a:lnTo>
                  <a:lnTo>
                    <a:pt x="240" y="143"/>
                  </a:lnTo>
                  <a:lnTo>
                    <a:pt x="244" y="149"/>
                  </a:lnTo>
                  <a:lnTo>
                    <a:pt x="247" y="156"/>
                  </a:lnTo>
                  <a:lnTo>
                    <a:pt x="250" y="162"/>
                  </a:lnTo>
                  <a:lnTo>
                    <a:pt x="251" y="169"/>
                  </a:lnTo>
                  <a:lnTo>
                    <a:pt x="252" y="176"/>
                  </a:lnTo>
                  <a:lnTo>
                    <a:pt x="253" y="183"/>
                  </a:lnTo>
                  <a:lnTo>
                    <a:pt x="252" y="190"/>
                  </a:lnTo>
                  <a:lnTo>
                    <a:pt x="251" y="198"/>
                  </a:lnTo>
                  <a:lnTo>
                    <a:pt x="250" y="205"/>
                  </a:lnTo>
                  <a:lnTo>
                    <a:pt x="247" y="212"/>
                  </a:lnTo>
                  <a:lnTo>
                    <a:pt x="244" y="218"/>
                  </a:lnTo>
                  <a:lnTo>
                    <a:pt x="240" y="223"/>
                  </a:lnTo>
                  <a:lnTo>
                    <a:pt x="236" y="229"/>
                  </a:lnTo>
                  <a:lnTo>
                    <a:pt x="231" y="234"/>
                  </a:lnTo>
                  <a:lnTo>
                    <a:pt x="226" y="238"/>
                  </a:lnTo>
                  <a:lnTo>
                    <a:pt x="221" y="243"/>
                  </a:lnTo>
                  <a:lnTo>
                    <a:pt x="215" y="247"/>
                  </a:lnTo>
                  <a:lnTo>
                    <a:pt x="209" y="249"/>
                  </a:lnTo>
                  <a:lnTo>
                    <a:pt x="202" y="252"/>
                  </a:lnTo>
                  <a:lnTo>
                    <a:pt x="195" y="253"/>
                  </a:lnTo>
                  <a:lnTo>
                    <a:pt x="189" y="254"/>
                  </a:lnTo>
                  <a:lnTo>
                    <a:pt x="181" y="255"/>
                  </a:lnTo>
                  <a:close/>
                  <a:moveTo>
                    <a:pt x="354" y="223"/>
                  </a:moveTo>
                  <a:lnTo>
                    <a:pt x="327" y="207"/>
                  </a:lnTo>
                  <a:lnTo>
                    <a:pt x="328" y="195"/>
                  </a:lnTo>
                  <a:lnTo>
                    <a:pt x="328" y="183"/>
                  </a:lnTo>
                  <a:lnTo>
                    <a:pt x="328" y="172"/>
                  </a:lnTo>
                  <a:lnTo>
                    <a:pt x="327" y="160"/>
                  </a:lnTo>
                  <a:lnTo>
                    <a:pt x="354" y="144"/>
                  </a:lnTo>
                  <a:lnTo>
                    <a:pt x="357" y="143"/>
                  </a:lnTo>
                  <a:lnTo>
                    <a:pt x="359" y="141"/>
                  </a:lnTo>
                  <a:lnTo>
                    <a:pt x="360" y="139"/>
                  </a:lnTo>
                  <a:lnTo>
                    <a:pt x="361" y="136"/>
                  </a:lnTo>
                  <a:lnTo>
                    <a:pt x="362" y="132"/>
                  </a:lnTo>
                  <a:lnTo>
                    <a:pt x="362" y="129"/>
                  </a:lnTo>
                  <a:lnTo>
                    <a:pt x="361" y="126"/>
                  </a:lnTo>
                  <a:lnTo>
                    <a:pt x="360" y="124"/>
                  </a:lnTo>
                  <a:lnTo>
                    <a:pt x="322" y="59"/>
                  </a:lnTo>
                  <a:lnTo>
                    <a:pt x="320" y="56"/>
                  </a:lnTo>
                  <a:lnTo>
                    <a:pt x="318" y="54"/>
                  </a:lnTo>
                  <a:lnTo>
                    <a:pt x="316" y="53"/>
                  </a:lnTo>
                  <a:lnTo>
                    <a:pt x="313" y="51"/>
                  </a:lnTo>
                  <a:lnTo>
                    <a:pt x="309" y="51"/>
                  </a:lnTo>
                  <a:lnTo>
                    <a:pt x="307" y="51"/>
                  </a:lnTo>
                  <a:lnTo>
                    <a:pt x="304" y="52"/>
                  </a:lnTo>
                  <a:lnTo>
                    <a:pt x="301" y="53"/>
                  </a:lnTo>
                  <a:lnTo>
                    <a:pt x="274" y="69"/>
                  </a:lnTo>
                  <a:lnTo>
                    <a:pt x="266" y="63"/>
                  </a:lnTo>
                  <a:lnTo>
                    <a:pt x="256" y="56"/>
                  </a:lnTo>
                  <a:lnTo>
                    <a:pt x="246" y="51"/>
                  </a:lnTo>
                  <a:lnTo>
                    <a:pt x="237" y="47"/>
                  </a:lnTo>
                  <a:lnTo>
                    <a:pt x="237" y="14"/>
                  </a:lnTo>
                  <a:lnTo>
                    <a:pt x="236" y="10"/>
                  </a:lnTo>
                  <a:lnTo>
                    <a:pt x="236" y="8"/>
                  </a:lnTo>
                  <a:lnTo>
                    <a:pt x="233" y="5"/>
                  </a:lnTo>
                  <a:lnTo>
                    <a:pt x="232" y="3"/>
                  </a:lnTo>
                  <a:lnTo>
                    <a:pt x="229" y="2"/>
                  </a:lnTo>
                  <a:lnTo>
                    <a:pt x="227" y="1"/>
                  </a:lnTo>
                  <a:lnTo>
                    <a:pt x="224" y="0"/>
                  </a:lnTo>
                  <a:lnTo>
                    <a:pt x="222" y="0"/>
                  </a:lnTo>
                  <a:lnTo>
                    <a:pt x="146" y="0"/>
                  </a:lnTo>
                  <a:lnTo>
                    <a:pt x="143" y="0"/>
                  </a:lnTo>
                  <a:lnTo>
                    <a:pt x="140" y="1"/>
                  </a:lnTo>
                  <a:lnTo>
                    <a:pt x="137" y="2"/>
                  </a:lnTo>
                  <a:lnTo>
                    <a:pt x="135" y="3"/>
                  </a:lnTo>
                  <a:lnTo>
                    <a:pt x="134" y="5"/>
                  </a:lnTo>
                  <a:lnTo>
                    <a:pt x="132" y="8"/>
                  </a:lnTo>
                  <a:lnTo>
                    <a:pt x="132" y="10"/>
                  </a:lnTo>
                  <a:lnTo>
                    <a:pt x="131" y="14"/>
                  </a:lnTo>
                  <a:lnTo>
                    <a:pt x="131" y="47"/>
                  </a:lnTo>
                  <a:lnTo>
                    <a:pt x="120" y="52"/>
                  </a:lnTo>
                  <a:lnTo>
                    <a:pt x="109" y="57"/>
                  </a:lnTo>
                  <a:lnTo>
                    <a:pt x="99" y="63"/>
                  </a:lnTo>
                  <a:lnTo>
                    <a:pt x="90" y="69"/>
                  </a:lnTo>
                  <a:lnTo>
                    <a:pt x="61" y="53"/>
                  </a:lnTo>
                  <a:lnTo>
                    <a:pt x="58" y="52"/>
                  </a:lnTo>
                  <a:lnTo>
                    <a:pt x="55" y="51"/>
                  </a:lnTo>
                  <a:lnTo>
                    <a:pt x="53" y="51"/>
                  </a:lnTo>
                  <a:lnTo>
                    <a:pt x="49" y="51"/>
                  </a:lnTo>
                  <a:lnTo>
                    <a:pt x="47" y="52"/>
                  </a:lnTo>
                  <a:lnTo>
                    <a:pt x="44" y="54"/>
                  </a:lnTo>
                  <a:lnTo>
                    <a:pt x="42" y="56"/>
                  </a:lnTo>
                  <a:lnTo>
                    <a:pt x="41" y="59"/>
                  </a:lnTo>
                  <a:lnTo>
                    <a:pt x="2" y="124"/>
                  </a:lnTo>
                  <a:lnTo>
                    <a:pt x="1" y="126"/>
                  </a:lnTo>
                  <a:lnTo>
                    <a:pt x="0" y="129"/>
                  </a:lnTo>
                  <a:lnTo>
                    <a:pt x="0" y="132"/>
                  </a:lnTo>
                  <a:lnTo>
                    <a:pt x="1" y="136"/>
                  </a:lnTo>
                  <a:lnTo>
                    <a:pt x="2" y="139"/>
                  </a:lnTo>
                  <a:lnTo>
                    <a:pt x="3" y="141"/>
                  </a:lnTo>
                  <a:lnTo>
                    <a:pt x="6" y="143"/>
                  </a:lnTo>
                  <a:lnTo>
                    <a:pt x="8" y="144"/>
                  </a:lnTo>
                  <a:lnTo>
                    <a:pt x="36" y="160"/>
                  </a:lnTo>
                  <a:lnTo>
                    <a:pt x="34" y="172"/>
                  </a:lnTo>
                  <a:lnTo>
                    <a:pt x="34" y="183"/>
                  </a:lnTo>
                  <a:lnTo>
                    <a:pt x="34" y="195"/>
                  </a:lnTo>
                  <a:lnTo>
                    <a:pt x="36" y="207"/>
                  </a:lnTo>
                  <a:lnTo>
                    <a:pt x="8" y="223"/>
                  </a:lnTo>
                  <a:lnTo>
                    <a:pt x="6" y="224"/>
                  </a:lnTo>
                  <a:lnTo>
                    <a:pt x="3" y="227"/>
                  </a:lnTo>
                  <a:lnTo>
                    <a:pt x="1" y="230"/>
                  </a:lnTo>
                  <a:lnTo>
                    <a:pt x="0" y="233"/>
                  </a:lnTo>
                  <a:lnTo>
                    <a:pt x="0" y="235"/>
                  </a:lnTo>
                  <a:lnTo>
                    <a:pt x="0" y="237"/>
                  </a:lnTo>
                  <a:lnTo>
                    <a:pt x="1" y="240"/>
                  </a:lnTo>
                  <a:lnTo>
                    <a:pt x="2" y="243"/>
                  </a:lnTo>
                  <a:lnTo>
                    <a:pt x="40" y="309"/>
                  </a:lnTo>
                  <a:lnTo>
                    <a:pt x="42" y="311"/>
                  </a:lnTo>
                  <a:lnTo>
                    <a:pt x="44" y="313"/>
                  </a:lnTo>
                  <a:lnTo>
                    <a:pt x="46" y="314"/>
                  </a:lnTo>
                  <a:lnTo>
                    <a:pt x="48" y="315"/>
                  </a:lnTo>
                  <a:lnTo>
                    <a:pt x="55" y="316"/>
                  </a:lnTo>
                  <a:lnTo>
                    <a:pt x="60" y="314"/>
                  </a:lnTo>
                  <a:lnTo>
                    <a:pt x="90" y="297"/>
                  </a:lnTo>
                  <a:lnTo>
                    <a:pt x="99" y="304"/>
                  </a:lnTo>
                  <a:lnTo>
                    <a:pt x="109" y="310"/>
                  </a:lnTo>
                  <a:lnTo>
                    <a:pt x="120" y="316"/>
                  </a:lnTo>
                  <a:lnTo>
                    <a:pt x="131" y="321"/>
                  </a:lnTo>
                  <a:lnTo>
                    <a:pt x="131" y="354"/>
                  </a:lnTo>
                  <a:lnTo>
                    <a:pt x="132" y="356"/>
                  </a:lnTo>
                  <a:lnTo>
                    <a:pt x="132" y="359"/>
                  </a:lnTo>
                  <a:lnTo>
                    <a:pt x="134" y="361"/>
                  </a:lnTo>
                  <a:lnTo>
                    <a:pt x="135" y="363"/>
                  </a:lnTo>
                  <a:lnTo>
                    <a:pt x="137" y="366"/>
                  </a:lnTo>
                  <a:lnTo>
                    <a:pt x="140" y="368"/>
                  </a:lnTo>
                  <a:lnTo>
                    <a:pt x="143" y="368"/>
                  </a:lnTo>
                  <a:lnTo>
                    <a:pt x="146" y="369"/>
                  </a:lnTo>
                  <a:lnTo>
                    <a:pt x="222" y="369"/>
                  </a:lnTo>
                  <a:lnTo>
                    <a:pt x="225" y="368"/>
                  </a:lnTo>
                  <a:lnTo>
                    <a:pt x="227" y="368"/>
                  </a:lnTo>
                  <a:lnTo>
                    <a:pt x="229" y="366"/>
                  </a:lnTo>
                  <a:lnTo>
                    <a:pt x="232" y="363"/>
                  </a:lnTo>
                  <a:lnTo>
                    <a:pt x="233" y="361"/>
                  </a:lnTo>
                  <a:lnTo>
                    <a:pt x="236" y="359"/>
                  </a:lnTo>
                  <a:lnTo>
                    <a:pt x="236" y="356"/>
                  </a:lnTo>
                  <a:lnTo>
                    <a:pt x="237" y="354"/>
                  </a:lnTo>
                  <a:lnTo>
                    <a:pt x="237" y="321"/>
                  </a:lnTo>
                  <a:lnTo>
                    <a:pt x="246" y="316"/>
                  </a:lnTo>
                  <a:lnTo>
                    <a:pt x="256" y="311"/>
                  </a:lnTo>
                  <a:lnTo>
                    <a:pt x="266" y="305"/>
                  </a:lnTo>
                  <a:lnTo>
                    <a:pt x="274" y="298"/>
                  </a:lnTo>
                  <a:lnTo>
                    <a:pt x="302" y="313"/>
                  </a:lnTo>
                  <a:lnTo>
                    <a:pt x="305" y="315"/>
                  </a:lnTo>
                  <a:lnTo>
                    <a:pt x="307" y="315"/>
                  </a:lnTo>
                  <a:lnTo>
                    <a:pt x="310" y="316"/>
                  </a:lnTo>
                  <a:lnTo>
                    <a:pt x="314" y="316"/>
                  </a:lnTo>
                  <a:lnTo>
                    <a:pt x="319" y="313"/>
                  </a:lnTo>
                  <a:lnTo>
                    <a:pt x="322" y="309"/>
                  </a:lnTo>
                  <a:lnTo>
                    <a:pt x="360" y="243"/>
                  </a:lnTo>
                  <a:lnTo>
                    <a:pt x="362" y="240"/>
                  </a:lnTo>
                  <a:lnTo>
                    <a:pt x="362" y="237"/>
                  </a:lnTo>
                  <a:lnTo>
                    <a:pt x="362" y="234"/>
                  </a:lnTo>
                  <a:lnTo>
                    <a:pt x="362" y="232"/>
                  </a:lnTo>
                  <a:lnTo>
                    <a:pt x="361" y="229"/>
                  </a:lnTo>
                  <a:lnTo>
                    <a:pt x="359" y="227"/>
                  </a:lnTo>
                  <a:lnTo>
                    <a:pt x="357" y="224"/>
                  </a:lnTo>
                  <a:lnTo>
                    <a:pt x="354"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42" name="Freeform 4346" descr="Icon of box and whisker chart. ">
            <a:extLst>
              <a:ext uri="{FF2B5EF4-FFF2-40B4-BE49-F238E27FC236}">
                <a16:creationId xmlns:a16="http://schemas.microsoft.com/office/drawing/2014/main" id="{D131817A-5B27-4718-8BAC-45C9CEDA45D9}"/>
              </a:ext>
            </a:extLst>
          </p:cNvPr>
          <p:cNvSpPr>
            <a:spLocks noEditPoints="1"/>
          </p:cNvSpPr>
          <p:nvPr/>
        </p:nvSpPr>
        <p:spPr bwMode="auto">
          <a:xfrm>
            <a:off x="3967321" y="3532346"/>
            <a:ext cx="345758" cy="345758"/>
          </a:xfrm>
          <a:custGeom>
            <a:avLst/>
            <a:gdLst>
              <a:gd name="T0" fmla="*/ 706 w 898"/>
              <a:gd name="T1" fmla="*/ 479 h 898"/>
              <a:gd name="T2" fmla="*/ 652 w 898"/>
              <a:gd name="T3" fmla="*/ 556 h 898"/>
              <a:gd name="T4" fmla="*/ 632 w 898"/>
              <a:gd name="T5" fmla="*/ 551 h 898"/>
              <a:gd name="T6" fmla="*/ 576 w 898"/>
              <a:gd name="T7" fmla="*/ 477 h 898"/>
              <a:gd name="T8" fmla="*/ 571 w 898"/>
              <a:gd name="T9" fmla="*/ 398 h 898"/>
              <a:gd name="T10" fmla="*/ 628 w 898"/>
              <a:gd name="T11" fmla="*/ 129 h 898"/>
              <a:gd name="T12" fmla="*/ 643 w 898"/>
              <a:gd name="T13" fmla="*/ 114 h 898"/>
              <a:gd name="T14" fmla="*/ 658 w 898"/>
              <a:gd name="T15" fmla="*/ 129 h 898"/>
              <a:gd name="T16" fmla="*/ 717 w 898"/>
              <a:gd name="T17" fmla="*/ 398 h 898"/>
              <a:gd name="T18" fmla="*/ 621 w 898"/>
              <a:gd name="T19" fmla="*/ 758 h 898"/>
              <a:gd name="T20" fmla="*/ 589 w 898"/>
              <a:gd name="T21" fmla="*/ 727 h 898"/>
              <a:gd name="T22" fmla="*/ 589 w 898"/>
              <a:gd name="T23" fmla="*/ 680 h 898"/>
              <a:gd name="T24" fmla="*/ 621 w 898"/>
              <a:gd name="T25" fmla="*/ 648 h 898"/>
              <a:gd name="T26" fmla="*/ 667 w 898"/>
              <a:gd name="T27" fmla="*/ 648 h 898"/>
              <a:gd name="T28" fmla="*/ 699 w 898"/>
              <a:gd name="T29" fmla="*/ 680 h 898"/>
              <a:gd name="T30" fmla="*/ 699 w 898"/>
              <a:gd name="T31" fmla="*/ 727 h 898"/>
              <a:gd name="T32" fmla="*/ 667 w 898"/>
              <a:gd name="T33" fmla="*/ 758 h 898"/>
              <a:gd name="T34" fmla="*/ 536 w 898"/>
              <a:gd name="T35" fmla="*/ 294 h 898"/>
              <a:gd name="T36" fmla="*/ 479 w 898"/>
              <a:gd name="T37" fmla="*/ 546 h 898"/>
              <a:gd name="T38" fmla="*/ 461 w 898"/>
              <a:gd name="T39" fmla="*/ 558 h 898"/>
              <a:gd name="T40" fmla="*/ 450 w 898"/>
              <a:gd name="T41" fmla="*/ 299 h 898"/>
              <a:gd name="T42" fmla="*/ 390 w 898"/>
              <a:gd name="T43" fmla="*/ 287 h 898"/>
              <a:gd name="T44" fmla="*/ 398 w 898"/>
              <a:gd name="T45" fmla="*/ 211 h 898"/>
              <a:gd name="T46" fmla="*/ 454 w 898"/>
              <a:gd name="T47" fmla="*/ 118 h 898"/>
              <a:gd name="T48" fmla="*/ 475 w 898"/>
              <a:gd name="T49" fmla="*/ 118 h 898"/>
              <a:gd name="T50" fmla="*/ 530 w 898"/>
              <a:gd name="T51" fmla="*/ 211 h 898"/>
              <a:gd name="T52" fmla="*/ 465 w 898"/>
              <a:gd name="T53" fmla="*/ 763 h 898"/>
              <a:gd name="T54" fmla="*/ 422 w 898"/>
              <a:gd name="T55" fmla="*/ 745 h 898"/>
              <a:gd name="T56" fmla="*/ 405 w 898"/>
              <a:gd name="T57" fmla="*/ 703 h 898"/>
              <a:gd name="T58" fmla="*/ 422 w 898"/>
              <a:gd name="T59" fmla="*/ 661 h 898"/>
              <a:gd name="T60" fmla="*/ 465 w 898"/>
              <a:gd name="T61" fmla="*/ 643 h 898"/>
              <a:gd name="T62" fmla="*/ 506 w 898"/>
              <a:gd name="T63" fmla="*/ 661 h 898"/>
              <a:gd name="T64" fmla="*/ 525 w 898"/>
              <a:gd name="T65" fmla="*/ 703 h 898"/>
              <a:gd name="T66" fmla="*/ 506 w 898"/>
              <a:gd name="T67" fmla="*/ 745 h 898"/>
              <a:gd name="T68" fmla="*/ 465 w 898"/>
              <a:gd name="T69" fmla="*/ 763 h 898"/>
              <a:gd name="T70" fmla="*/ 318 w 898"/>
              <a:gd name="T71" fmla="*/ 419 h 898"/>
              <a:gd name="T72" fmla="*/ 263 w 898"/>
              <a:gd name="T73" fmla="*/ 556 h 898"/>
              <a:gd name="T74" fmla="*/ 242 w 898"/>
              <a:gd name="T75" fmla="*/ 551 h 898"/>
              <a:gd name="T76" fmla="*/ 186 w 898"/>
              <a:gd name="T77" fmla="*/ 417 h 898"/>
              <a:gd name="T78" fmla="*/ 181 w 898"/>
              <a:gd name="T79" fmla="*/ 339 h 898"/>
              <a:gd name="T80" fmla="*/ 240 w 898"/>
              <a:gd name="T81" fmla="*/ 129 h 898"/>
              <a:gd name="T82" fmla="*/ 255 w 898"/>
              <a:gd name="T83" fmla="*/ 114 h 898"/>
              <a:gd name="T84" fmla="*/ 270 w 898"/>
              <a:gd name="T85" fmla="*/ 129 h 898"/>
              <a:gd name="T86" fmla="*/ 329 w 898"/>
              <a:gd name="T87" fmla="*/ 339 h 898"/>
              <a:gd name="T88" fmla="*/ 231 w 898"/>
              <a:gd name="T89" fmla="*/ 758 h 898"/>
              <a:gd name="T90" fmla="*/ 200 w 898"/>
              <a:gd name="T91" fmla="*/ 727 h 898"/>
              <a:gd name="T92" fmla="*/ 200 w 898"/>
              <a:gd name="T93" fmla="*/ 680 h 898"/>
              <a:gd name="T94" fmla="*/ 231 w 898"/>
              <a:gd name="T95" fmla="*/ 648 h 898"/>
              <a:gd name="T96" fmla="*/ 278 w 898"/>
              <a:gd name="T97" fmla="*/ 648 h 898"/>
              <a:gd name="T98" fmla="*/ 311 w 898"/>
              <a:gd name="T99" fmla="*/ 680 h 898"/>
              <a:gd name="T100" fmla="*/ 311 w 898"/>
              <a:gd name="T101" fmla="*/ 727 h 898"/>
              <a:gd name="T102" fmla="*/ 278 w 898"/>
              <a:gd name="T103" fmla="*/ 758 h 898"/>
              <a:gd name="T104" fmla="*/ 10 w 898"/>
              <a:gd name="T105" fmla="*/ 2 h 898"/>
              <a:gd name="T106" fmla="*/ 1 w 898"/>
              <a:gd name="T107" fmla="*/ 886 h 898"/>
              <a:gd name="T108" fmla="*/ 883 w 898"/>
              <a:gd name="T109" fmla="*/ 898 h 898"/>
              <a:gd name="T110" fmla="*/ 898 w 898"/>
              <a:gd name="T111" fmla="*/ 883 h 898"/>
              <a:gd name="T112" fmla="*/ 886 w 898"/>
              <a:gd name="T113" fmla="*/ 0 h 8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98" h="898">
                <a:moveTo>
                  <a:pt x="718" y="464"/>
                </a:moveTo>
                <a:lnTo>
                  <a:pt x="718" y="467"/>
                </a:lnTo>
                <a:lnTo>
                  <a:pt x="717" y="470"/>
                </a:lnTo>
                <a:lnTo>
                  <a:pt x="716" y="472"/>
                </a:lnTo>
                <a:lnTo>
                  <a:pt x="714" y="474"/>
                </a:lnTo>
                <a:lnTo>
                  <a:pt x="712" y="477"/>
                </a:lnTo>
                <a:lnTo>
                  <a:pt x="710" y="478"/>
                </a:lnTo>
                <a:lnTo>
                  <a:pt x="706" y="479"/>
                </a:lnTo>
                <a:lnTo>
                  <a:pt x="703" y="479"/>
                </a:lnTo>
                <a:lnTo>
                  <a:pt x="658" y="479"/>
                </a:lnTo>
                <a:lnTo>
                  <a:pt x="658" y="543"/>
                </a:lnTo>
                <a:lnTo>
                  <a:pt x="658" y="546"/>
                </a:lnTo>
                <a:lnTo>
                  <a:pt x="657" y="549"/>
                </a:lnTo>
                <a:lnTo>
                  <a:pt x="656" y="551"/>
                </a:lnTo>
                <a:lnTo>
                  <a:pt x="654" y="554"/>
                </a:lnTo>
                <a:lnTo>
                  <a:pt x="652" y="556"/>
                </a:lnTo>
                <a:lnTo>
                  <a:pt x="650" y="557"/>
                </a:lnTo>
                <a:lnTo>
                  <a:pt x="647" y="558"/>
                </a:lnTo>
                <a:lnTo>
                  <a:pt x="643" y="558"/>
                </a:lnTo>
                <a:lnTo>
                  <a:pt x="641" y="558"/>
                </a:lnTo>
                <a:lnTo>
                  <a:pt x="638" y="557"/>
                </a:lnTo>
                <a:lnTo>
                  <a:pt x="636" y="556"/>
                </a:lnTo>
                <a:lnTo>
                  <a:pt x="634" y="554"/>
                </a:lnTo>
                <a:lnTo>
                  <a:pt x="632" y="551"/>
                </a:lnTo>
                <a:lnTo>
                  <a:pt x="631" y="549"/>
                </a:lnTo>
                <a:lnTo>
                  <a:pt x="629" y="546"/>
                </a:lnTo>
                <a:lnTo>
                  <a:pt x="628" y="543"/>
                </a:lnTo>
                <a:lnTo>
                  <a:pt x="628" y="479"/>
                </a:lnTo>
                <a:lnTo>
                  <a:pt x="583" y="479"/>
                </a:lnTo>
                <a:lnTo>
                  <a:pt x="581" y="479"/>
                </a:lnTo>
                <a:lnTo>
                  <a:pt x="578" y="478"/>
                </a:lnTo>
                <a:lnTo>
                  <a:pt x="576" y="477"/>
                </a:lnTo>
                <a:lnTo>
                  <a:pt x="574" y="474"/>
                </a:lnTo>
                <a:lnTo>
                  <a:pt x="572" y="472"/>
                </a:lnTo>
                <a:lnTo>
                  <a:pt x="571" y="470"/>
                </a:lnTo>
                <a:lnTo>
                  <a:pt x="570" y="467"/>
                </a:lnTo>
                <a:lnTo>
                  <a:pt x="570" y="464"/>
                </a:lnTo>
                <a:lnTo>
                  <a:pt x="570" y="404"/>
                </a:lnTo>
                <a:lnTo>
                  <a:pt x="570" y="402"/>
                </a:lnTo>
                <a:lnTo>
                  <a:pt x="571" y="398"/>
                </a:lnTo>
                <a:lnTo>
                  <a:pt x="572" y="396"/>
                </a:lnTo>
                <a:lnTo>
                  <a:pt x="574" y="394"/>
                </a:lnTo>
                <a:lnTo>
                  <a:pt x="576" y="392"/>
                </a:lnTo>
                <a:lnTo>
                  <a:pt x="578" y="391"/>
                </a:lnTo>
                <a:lnTo>
                  <a:pt x="581" y="390"/>
                </a:lnTo>
                <a:lnTo>
                  <a:pt x="583" y="389"/>
                </a:lnTo>
                <a:lnTo>
                  <a:pt x="628" y="389"/>
                </a:lnTo>
                <a:lnTo>
                  <a:pt x="628" y="129"/>
                </a:lnTo>
                <a:lnTo>
                  <a:pt x="629" y="126"/>
                </a:lnTo>
                <a:lnTo>
                  <a:pt x="631" y="123"/>
                </a:lnTo>
                <a:lnTo>
                  <a:pt x="632" y="121"/>
                </a:lnTo>
                <a:lnTo>
                  <a:pt x="634" y="118"/>
                </a:lnTo>
                <a:lnTo>
                  <a:pt x="636" y="117"/>
                </a:lnTo>
                <a:lnTo>
                  <a:pt x="638" y="115"/>
                </a:lnTo>
                <a:lnTo>
                  <a:pt x="641" y="114"/>
                </a:lnTo>
                <a:lnTo>
                  <a:pt x="643" y="114"/>
                </a:lnTo>
                <a:lnTo>
                  <a:pt x="647" y="114"/>
                </a:lnTo>
                <a:lnTo>
                  <a:pt x="650" y="115"/>
                </a:lnTo>
                <a:lnTo>
                  <a:pt x="652" y="117"/>
                </a:lnTo>
                <a:lnTo>
                  <a:pt x="654" y="118"/>
                </a:lnTo>
                <a:lnTo>
                  <a:pt x="656" y="121"/>
                </a:lnTo>
                <a:lnTo>
                  <a:pt x="657" y="123"/>
                </a:lnTo>
                <a:lnTo>
                  <a:pt x="658" y="127"/>
                </a:lnTo>
                <a:lnTo>
                  <a:pt x="658" y="129"/>
                </a:lnTo>
                <a:lnTo>
                  <a:pt x="658" y="389"/>
                </a:lnTo>
                <a:lnTo>
                  <a:pt x="703" y="389"/>
                </a:lnTo>
                <a:lnTo>
                  <a:pt x="706" y="390"/>
                </a:lnTo>
                <a:lnTo>
                  <a:pt x="710" y="391"/>
                </a:lnTo>
                <a:lnTo>
                  <a:pt x="712" y="392"/>
                </a:lnTo>
                <a:lnTo>
                  <a:pt x="714" y="394"/>
                </a:lnTo>
                <a:lnTo>
                  <a:pt x="716" y="396"/>
                </a:lnTo>
                <a:lnTo>
                  <a:pt x="717" y="398"/>
                </a:lnTo>
                <a:lnTo>
                  <a:pt x="718" y="402"/>
                </a:lnTo>
                <a:lnTo>
                  <a:pt x="718" y="404"/>
                </a:lnTo>
                <a:lnTo>
                  <a:pt x="718" y="464"/>
                </a:lnTo>
                <a:close/>
                <a:moveTo>
                  <a:pt x="643" y="763"/>
                </a:moveTo>
                <a:lnTo>
                  <a:pt x="638" y="762"/>
                </a:lnTo>
                <a:lnTo>
                  <a:pt x="632" y="762"/>
                </a:lnTo>
                <a:lnTo>
                  <a:pt x="626" y="760"/>
                </a:lnTo>
                <a:lnTo>
                  <a:pt x="621" y="758"/>
                </a:lnTo>
                <a:lnTo>
                  <a:pt x="616" y="756"/>
                </a:lnTo>
                <a:lnTo>
                  <a:pt x="610" y="753"/>
                </a:lnTo>
                <a:lnTo>
                  <a:pt x="606" y="749"/>
                </a:lnTo>
                <a:lnTo>
                  <a:pt x="602" y="745"/>
                </a:lnTo>
                <a:lnTo>
                  <a:pt x="597" y="741"/>
                </a:lnTo>
                <a:lnTo>
                  <a:pt x="594" y="737"/>
                </a:lnTo>
                <a:lnTo>
                  <a:pt x="591" y="731"/>
                </a:lnTo>
                <a:lnTo>
                  <a:pt x="589" y="727"/>
                </a:lnTo>
                <a:lnTo>
                  <a:pt x="587" y="720"/>
                </a:lnTo>
                <a:lnTo>
                  <a:pt x="586" y="715"/>
                </a:lnTo>
                <a:lnTo>
                  <a:pt x="584" y="710"/>
                </a:lnTo>
                <a:lnTo>
                  <a:pt x="583" y="703"/>
                </a:lnTo>
                <a:lnTo>
                  <a:pt x="584" y="697"/>
                </a:lnTo>
                <a:lnTo>
                  <a:pt x="586" y="692"/>
                </a:lnTo>
                <a:lnTo>
                  <a:pt x="587" y="685"/>
                </a:lnTo>
                <a:lnTo>
                  <a:pt x="589" y="680"/>
                </a:lnTo>
                <a:lnTo>
                  <a:pt x="591" y="674"/>
                </a:lnTo>
                <a:lnTo>
                  <a:pt x="594" y="670"/>
                </a:lnTo>
                <a:lnTo>
                  <a:pt x="597" y="665"/>
                </a:lnTo>
                <a:lnTo>
                  <a:pt x="602" y="661"/>
                </a:lnTo>
                <a:lnTo>
                  <a:pt x="606" y="657"/>
                </a:lnTo>
                <a:lnTo>
                  <a:pt x="610" y="653"/>
                </a:lnTo>
                <a:lnTo>
                  <a:pt x="616" y="651"/>
                </a:lnTo>
                <a:lnTo>
                  <a:pt x="621" y="648"/>
                </a:lnTo>
                <a:lnTo>
                  <a:pt x="626" y="646"/>
                </a:lnTo>
                <a:lnTo>
                  <a:pt x="632" y="645"/>
                </a:lnTo>
                <a:lnTo>
                  <a:pt x="638" y="643"/>
                </a:lnTo>
                <a:lnTo>
                  <a:pt x="643" y="643"/>
                </a:lnTo>
                <a:lnTo>
                  <a:pt x="650" y="643"/>
                </a:lnTo>
                <a:lnTo>
                  <a:pt x="656" y="645"/>
                </a:lnTo>
                <a:lnTo>
                  <a:pt x="662" y="646"/>
                </a:lnTo>
                <a:lnTo>
                  <a:pt x="667" y="648"/>
                </a:lnTo>
                <a:lnTo>
                  <a:pt x="672" y="651"/>
                </a:lnTo>
                <a:lnTo>
                  <a:pt x="678" y="653"/>
                </a:lnTo>
                <a:lnTo>
                  <a:pt x="682" y="657"/>
                </a:lnTo>
                <a:lnTo>
                  <a:pt x="686" y="661"/>
                </a:lnTo>
                <a:lnTo>
                  <a:pt x="690" y="665"/>
                </a:lnTo>
                <a:lnTo>
                  <a:pt x="694" y="670"/>
                </a:lnTo>
                <a:lnTo>
                  <a:pt x="697" y="674"/>
                </a:lnTo>
                <a:lnTo>
                  <a:pt x="699" y="680"/>
                </a:lnTo>
                <a:lnTo>
                  <a:pt x="701" y="685"/>
                </a:lnTo>
                <a:lnTo>
                  <a:pt x="702" y="692"/>
                </a:lnTo>
                <a:lnTo>
                  <a:pt x="703" y="697"/>
                </a:lnTo>
                <a:lnTo>
                  <a:pt x="703" y="703"/>
                </a:lnTo>
                <a:lnTo>
                  <a:pt x="703" y="710"/>
                </a:lnTo>
                <a:lnTo>
                  <a:pt x="702" y="715"/>
                </a:lnTo>
                <a:lnTo>
                  <a:pt x="701" y="720"/>
                </a:lnTo>
                <a:lnTo>
                  <a:pt x="699" y="727"/>
                </a:lnTo>
                <a:lnTo>
                  <a:pt x="697" y="731"/>
                </a:lnTo>
                <a:lnTo>
                  <a:pt x="694" y="737"/>
                </a:lnTo>
                <a:lnTo>
                  <a:pt x="690" y="741"/>
                </a:lnTo>
                <a:lnTo>
                  <a:pt x="686" y="745"/>
                </a:lnTo>
                <a:lnTo>
                  <a:pt x="682" y="749"/>
                </a:lnTo>
                <a:lnTo>
                  <a:pt x="678" y="753"/>
                </a:lnTo>
                <a:lnTo>
                  <a:pt x="672" y="756"/>
                </a:lnTo>
                <a:lnTo>
                  <a:pt x="667" y="758"/>
                </a:lnTo>
                <a:lnTo>
                  <a:pt x="662" y="760"/>
                </a:lnTo>
                <a:lnTo>
                  <a:pt x="656" y="762"/>
                </a:lnTo>
                <a:lnTo>
                  <a:pt x="650" y="762"/>
                </a:lnTo>
                <a:lnTo>
                  <a:pt x="643" y="763"/>
                </a:lnTo>
                <a:close/>
                <a:moveTo>
                  <a:pt x="540" y="284"/>
                </a:moveTo>
                <a:lnTo>
                  <a:pt x="538" y="287"/>
                </a:lnTo>
                <a:lnTo>
                  <a:pt x="537" y="290"/>
                </a:lnTo>
                <a:lnTo>
                  <a:pt x="536" y="294"/>
                </a:lnTo>
                <a:lnTo>
                  <a:pt x="534" y="296"/>
                </a:lnTo>
                <a:lnTo>
                  <a:pt x="532" y="297"/>
                </a:lnTo>
                <a:lnTo>
                  <a:pt x="530" y="298"/>
                </a:lnTo>
                <a:lnTo>
                  <a:pt x="527" y="299"/>
                </a:lnTo>
                <a:lnTo>
                  <a:pt x="525" y="299"/>
                </a:lnTo>
                <a:lnTo>
                  <a:pt x="480" y="299"/>
                </a:lnTo>
                <a:lnTo>
                  <a:pt x="480" y="543"/>
                </a:lnTo>
                <a:lnTo>
                  <a:pt x="479" y="546"/>
                </a:lnTo>
                <a:lnTo>
                  <a:pt x="479" y="549"/>
                </a:lnTo>
                <a:lnTo>
                  <a:pt x="476" y="551"/>
                </a:lnTo>
                <a:lnTo>
                  <a:pt x="475" y="554"/>
                </a:lnTo>
                <a:lnTo>
                  <a:pt x="472" y="556"/>
                </a:lnTo>
                <a:lnTo>
                  <a:pt x="470" y="557"/>
                </a:lnTo>
                <a:lnTo>
                  <a:pt x="467" y="558"/>
                </a:lnTo>
                <a:lnTo>
                  <a:pt x="465" y="558"/>
                </a:lnTo>
                <a:lnTo>
                  <a:pt x="461" y="558"/>
                </a:lnTo>
                <a:lnTo>
                  <a:pt x="458" y="557"/>
                </a:lnTo>
                <a:lnTo>
                  <a:pt x="456" y="556"/>
                </a:lnTo>
                <a:lnTo>
                  <a:pt x="454" y="554"/>
                </a:lnTo>
                <a:lnTo>
                  <a:pt x="452" y="551"/>
                </a:lnTo>
                <a:lnTo>
                  <a:pt x="451" y="549"/>
                </a:lnTo>
                <a:lnTo>
                  <a:pt x="450" y="546"/>
                </a:lnTo>
                <a:lnTo>
                  <a:pt x="450" y="543"/>
                </a:lnTo>
                <a:lnTo>
                  <a:pt x="450" y="299"/>
                </a:lnTo>
                <a:lnTo>
                  <a:pt x="405" y="299"/>
                </a:lnTo>
                <a:lnTo>
                  <a:pt x="402" y="299"/>
                </a:lnTo>
                <a:lnTo>
                  <a:pt x="398" y="298"/>
                </a:lnTo>
                <a:lnTo>
                  <a:pt x="396" y="297"/>
                </a:lnTo>
                <a:lnTo>
                  <a:pt x="394" y="296"/>
                </a:lnTo>
                <a:lnTo>
                  <a:pt x="392" y="294"/>
                </a:lnTo>
                <a:lnTo>
                  <a:pt x="391" y="290"/>
                </a:lnTo>
                <a:lnTo>
                  <a:pt x="390" y="287"/>
                </a:lnTo>
                <a:lnTo>
                  <a:pt x="390" y="284"/>
                </a:lnTo>
                <a:lnTo>
                  <a:pt x="390" y="225"/>
                </a:lnTo>
                <a:lnTo>
                  <a:pt x="390" y="222"/>
                </a:lnTo>
                <a:lnTo>
                  <a:pt x="391" y="219"/>
                </a:lnTo>
                <a:lnTo>
                  <a:pt x="392" y="217"/>
                </a:lnTo>
                <a:lnTo>
                  <a:pt x="394" y="214"/>
                </a:lnTo>
                <a:lnTo>
                  <a:pt x="396" y="212"/>
                </a:lnTo>
                <a:lnTo>
                  <a:pt x="398" y="211"/>
                </a:lnTo>
                <a:lnTo>
                  <a:pt x="402" y="210"/>
                </a:lnTo>
                <a:lnTo>
                  <a:pt x="405" y="210"/>
                </a:lnTo>
                <a:lnTo>
                  <a:pt x="450" y="210"/>
                </a:lnTo>
                <a:lnTo>
                  <a:pt x="450" y="129"/>
                </a:lnTo>
                <a:lnTo>
                  <a:pt x="450" y="126"/>
                </a:lnTo>
                <a:lnTo>
                  <a:pt x="451" y="123"/>
                </a:lnTo>
                <a:lnTo>
                  <a:pt x="452" y="121"/>
                </a:lnTo>
                <a:lnTo>
                  <a:pt x="454" y="118"/>
                </a:lnTo>
                <a:lnTo>
                  <a:pt x="456" y="117"/>
                </a:lnTo>
                <a:lnTo>
                  <a:pt x="458" y="115"/>
                </a:lnTo>
                <a:lnTo>
                  <a:pt x="461" y="114"/>
                </a:lnTo>
                <a:lnTo>
                  <a:pt x="465" y="114"/>
                </a:lnTo>
                <a:lnTo>
                  <a:pt x="467" y="114"/>
                </a:lnTo>
                <a:lnTo>
                  <a:pt x="470" y="115"/>
                </a:lnTo>
                <a:lnTo>
                  <a:pt x="472" y="117"/>
                </a:lnTo>
                <a:lnTo>
                  <a:pt x="475" y="118"/>
                </a:lnTo>
                <a:lnTo>
                  <a:pt x="476" y="121"/>
                </a:lnTo>
                <a:lnTo>
                  <a:pt x="479" y="123"/>
                </a:lnTo>
                <a:lnTo>
                  <a:pt x="479" y="127"/>
                </a:lnTo>
                <a:lnTo>
                  <a:pt x="480" y="129"/>
                </a:lnTo>
                <a:lnTo>
                  <a:pt x="480" y="210"/>
                </a:lnTo>
                <a:lnTo>
                  <a:pt x="525" y="210"/>
                </a:lnTo>
                <a:lnTo>
                  <a:pt x="527" y="210"/>
                </a:lnTo>
                <a:lnTo>
                  <a:pt x="530" y="211"/>
                </a:lnTo>
                <a:lnTo>
                  <a:pt x="532" y="212"/>
                </a:lnTo>
                <a:lnTo>
                  <a:pt x="534" y="214"/>
                </a:lnTo>
                <a:lnTo>
                  <a:pt x="536" y="217"/>
                </a:lnTo>
                <a:lnTo>
                  <a:pt x="537" y="219"/>
                </a:lnTo>
                <a:lnTo>
                  <a:pt x="538" y="222"/>
                </a:lnTo>
                <a:lnTo>
                  <a:pt x="540" y="225"/>
                </a:lnTo>
                <a:lnTo>
                  <a:pt x="540" y="284"/>
                </a:lnTo>
                <a:close/>
                <a:moveTo>
                  <a:pt x="465" y="763"/>
                </a:moveTo>
                <a:lnTo>
                  <a:pt x="458" y="762"/>
                </a:lnTo>
                <a:lnTo>
                  <a:pt x="452" y="762"/>
                </a:lnTo>
                <a:lnTo>
                  <a:pt x="446" y="760"/>
                </a:lnTo>
                <a:lnTo>
                  <a:pt x="441" y="758"/>
                </a:lnTo>
                <a:lnTo>
                  <a:pt x="436" y="756"/>
                </a:lnTo>
                <a:lnTo>
                  <a:pt x="430" y="753"/>
                </a:lnTo>
                <a:lnTo>
                  <a:pt x="426" y="749"/>
                </a:lnTo>
                <a:lnTo>
                  <a:pt x="422" y="745"/>
                </a:lnTo>
                <a:lnTo>
                  <a:pt x="419" y="741"/>
                </a:lnTo>
                <a:lnTo>
                  <a:pt x="414" y="737"/>
                </a:lnTo>
                <a:lnTo>
                  <a:pt x="412" y="731"/>
                </a:lnTo>
                <a:lnTo>
                  <a:pt x="409" y="727"/>
                </a:lnTo>
                <a:lnTo>
                  <a:pt x="407" y="720"/>
                </a:lnTo>
                <a:lnTo>
                  <a:pt x="406" y="715"/>
                </a:lnTo>
                <a:lnTo>
                  <a:pt x="405" y="710"/>
                </a:lnTo>
                <a:lnTo>
                  <a:pt x="405" y="703"/>
                </a:lnTo>
                <a:lnTo>
                  <a:pt x="405" y="697"/>
                </a:lnTo>
                <a:lnTo>
                  <a:pt x="406" y="692"/>
                </a:lnTo>
                <a:lnTo>
                  <a:pt x="407" y="685"/>
                </a:lnTo>
                <a:lnTo>
                  <a:pt x="409" y="680"/>
                </a:lnTo>
                <a:lnTo>
                  <a:pt x="412" y="674"/>
                </a:lnTo>
                <a:lnTo>
                  <a:pt x="414" y="670"/>
                </a:lnTo>
                <a:lnTo>
                  <a:pt x="419" y="665"/>
                </a:lnTo>
                <a:lnTo>
                  <a:pt x="422" y="661"/>
                </a:lnTo>
                <a:lnTo>
                  <a:pt x="426" y="657"/>
                </a:lnTo>
                <a:lnTo>
                  <a:pt x="430" y="653"/>
                </a:lnTo>
                <a:lnTo>
                  <a:pt x="436" y="651"/>
                </a:lnTo>
                <a:lnTo>
                  <a:pt x="441" y="648"/>
                </a:lnTo>
                <a:lnTo>
                  <a:pt x="446" y="646"/>
                </a:lnTo>
                <a:lnTo>
                  <a:pt x="452" y="645"/>
                </a:lnTo>
                <a:lnTo>
                  <a:pt x="458" y="643"/>
                </a:lnTo>
                <a:lnTo>
                  <a:pt x="465" y="643"/>
                </a:lnTo>
                <a:lnTo>
                  <a:pt x="470" y="643"/>
                </a:lnTo>
                <a:lnTo>
                  <a:pt x="476" y="645"/>
                </a:lnTo>
                <a:lnTo>
                  <a:pt x="482" y="646"/>
                </a:lnTo>
                <a:lnTo>
                  <a:pt x="487" y="648"/>
                </a:lnTo>
                <a:lnTo>
                  <a:pt x="492" y="651"/>
                </a:lnTo>
                <a:lnTo>
                  <a:pt x="498" y="653"/>
                </a:lnTo>
                <a:lnTo>
                  <a:pt x="502" y="657"/>
                </a:lnTo>
                <a:lnTo>
                  <a:pt x="506" y="661"/>
                </a:lnTo>
                <a:lnTo>
                  <a:pt x="511" y="665"/>
                </a:lnTo>
                <a:lnTo>
                  <a:pt x="514" y="670"/>
                </a:lnTo>
                <a:lnTo>
                  <a:pt x="517" y="674"/>
                </a:lnTo>
                <a:lnTo>
                  <a:pt x="519" y="680"/>
                </a:lnTo>
                <a:lnTo>
                  <a:pt x="521" y="685"/>
                </a:lnTo>
                <a:lnTo>
                  <a:pt x="522" y="692"/>
                </a:lnTo>
                <a:lnTo>
                  <a:pt x="524" y="697"/>
                </a:lnTo>
                <a:lnTo>
                  <a:pt x="525" y="703"/>
                </a:lnTo>
                <a:lnTo>
                  <a:pt x="524" y="710"/>
                </a:lnTo>
                <a:lnTo>
                  <a:pt x="522" y="715"/>
                </a:lnTo>
                <a:lnTo>
                  <a:pt x="521" y="720"/>
                </a:lnTo>
                <a:lnTo>
                  <a:pt x="519" y="727"/>
                </a:lnTo>
                <a:lnTo>
                  <a:pt x="517" y="731"/>
                </a:lnTo>
                <a:lnTo>
                  <a:pt x="514" y="737"/>
                </a:lnTo>
                <a:lnTo>
                  <a:pt x="511" y="741"/>
                </a:lnTo>
                <a:lnTo>
                  <a:pt x="506" y="745"/>
                </a:lnTo>
                <a:lnTo>
                  <a:pt x="502" y="749"/>
                </a:lnTo>
                <a:lnTo>
                  <a:pt x="498" y="753"/>
                </a:lnTo>
                <a:lnTo>
                  <a:pt x="492" y="756"/>
                </a:lnTo>
                <a:lnTo>
                  <a:pt x="487" y="758"/>
                </a:lnTo>
                <a:lnTo>
                  <a:pt x="482" y="760"/>
                </a:lnTo>
                <a:lnTo>
                  <a:pt x="476" y="762"/>
                </a:lnTo>
                <a:lnTo>
                  <a:pt x="470" y="762"/>
                </a:lnTo>
                <a:lnTo>
                  <a:pt x="465" y="763"/>
                </a:lnTo>
                <a:close/>
                <a:moveTo>
                  <a:pt x="330" y="404"/>
                </a:moveTo>
                <a:lnTo>
                  <a:pt x="330" y="407"/>
                </a:lnTo>
                <a:lnTo>
                  <a:pt x="329" y="410"/>
                </a:lnTo>
                <a:lnTo>
                  <a:pt x="328" y="412"/>
                </a:lnTo>
                <a:lnTo>
                  <a:pt x="326" y="414"/>
                </a:lnTo>
                <a:lnTo>
                  <a:pt x="323" y="417"/>
                </a:lnTo>
                <a:lnTo>
                  <a:pt x="320" y="418"/>
                </a:lnTo>
                <a:lnTo>
                  <a:pt x="318" y="419"/>
                </a:lnTo>
                <a:lnTo>
                  <a:pt x="315" y="419"/>
                </a:lnTo>
                <a:lnTo>
                  <a:pt x="270" y="419"/>
                </a:lnTo>
                <a:lnTo>
                  <a:pt x="270" y="543"/>
                </a:lnTo>
                <a:lnTo>
                  <a:pt x="270" y="546"/>
                </a:lnTo>
                <a:lnTo>
                  <a:pt x="269" y="549"/>
                </a:lnTo>
                <a:lnTo>
                  <a:pt x="268" y="551"/>
                </a:lnTo>
                <a:lnTo>
                  <a:pt x="266" y="554"/>
                </a:lnTo>
                <a:lnTo>
                  <a:pt x="263" y="556"/>
                </a:lnTo>
                <a:lnTo>
                  <a:pt x="260" y="557"/>
                </a:lnTo>
                <a:lnTo>
                  <a:pt x="258" y="558"/>
                </a:lnTo>
                <a:lnTo>
                  <a:pt x="255" y="558"/>
                </a:lnTo>
                <a:lnTo>
                  <a:pt x="252" y="558"/>
                </a:lnTo>
                <a:lnTo>
                  <a:pt x="250" y="557"/>
                </a:lnTo>
                <a:lnTo>
                  <a:pt x="246" y="556"/>
                </a:lnTo>
                <a:lnTo>
                  <a:pt x="244" y="554"/>
                </a:lnTo>
                <a:lnTo>
                  <a:pt x="242" y="551"/>
                </a:lnTo>
                <a:lnTo>
                  <a:pt x="241" y="549"/>
                </a:lnTo>
                <a:lnTo>
                  <a:pt x="240" y="546"/>
                </a:lnTo>
                <a:lnTo>
                  <a:pt x="240" y="543"/>
                </a:lnTo>
                <a:lnTo>
                  <a:pt x="240" y="419"/>
                </a:lnTo>
                <a:lnTo>
                  <a:pt x="195" y="419"/>
                </a:lnTo>
                <a:lnTo>
                  <a:pt x="192" y="419"/>
                </a:lnTo>
                <a:lnTo>
                  <a:pt x="190" y="418"/>
                </a:lnTo>
                <a:lnTo>
                  <a:pt x="186" y="417"/>
                </a:lnTo>
                <a:lnTo>
                  <a:pt x="184" y="414"/>
                </a:lnTo>
                <a:lnTo>
                  <a:pt x="183" y="412"/>
                </a:lnTo>
                <a:lnTo>
                  <a:pt x="181" y="410"/>
                </a:lnTo>
                <a:lnTo>
                  <a:pt x="180" y="407"/>
                </a:lnTo>
                <a:lnTo>
                  <a:pt x="180" y="404"/>
                </a:lnTo>
                <a:lnTo>
                  <a:pt x="180" y="344"/>
                </a:lnTo>
                <a:lnTo>
                  <a:pt x="180" y="342"/>
                </a:lnTo>
                <a:lnTo>
                  <a:pt x="181" y="339"/>
                </a:lnTo>
                <a:lnTo>
                  <a:pt x="183" y="336"/>
                </a:lnTo>
                <a:lnTo>
                  <a:pt x="184" y="334"/>
                </a:lnTo>
                <a:lnTo>
                  <a:pt x="186" y="332"/>
                </a:lnTo>
                <a:lnTo>
                  <a:pt x="190" y="331"/>
                </a:lnTo>
                <a:lnTo>
                  <a:pt x="192" y="330"/>
                </a:lnTo>
                <a:lnTo>
                  <a:pt x="195" y="329"/>
                </a:lnTo>
                <a:lnTo>
                  <a:pt x="240" y="329"/>
                </a:lnTo>
                <a:lnTo>
                  <a:pt x="240" y="129"/>
                </a:lnTo>
                <a:lnTo>
                  <a:pt x="240" y="126"/>
                </a:lnTo>
                <a:lnTo>
                  <a:pt x="241" y="123"/>
                </a:lnTo>
                <a:lnTo>
                  <a:pt x="242" y="121"/>
                </a:lnTo>
                <a:lnTo>
                  <a:pt x="244" y="118"/>
                </a:lnTo>
                <a:lnTo>
                  <a:pt x="246" y="117"/>
                </a:lnTo>
                <a:lnTo>
                  <a:pt x="250" y="115"/>
                </a:lnTo>
                <a:lnTo>
                  <a:pt x="252" y="114"/>
                </a:lnTo>
                <a:lnTo>
                  <a:pt x="255" y="114"/>
                </a:lnTo>
                <a:lnTo>
                  <a:pt x="258" y="114"/>
                </a:lnTo>
                <a:lnTo>
                  <a:pt x="260" y="115"/>
                </a:lnTo>
                <a:lnTo>
                  <a:pt x="263" y="117"/>
                </a:lnTo>
                <a:lnTo>
                  <a:pt x="266" y="118"/>
                </a:lnTo>
                <a:lnTo>
                  <a:pt x="268" y="121"/>
                </a:lnTo>
                <a:lnTo>
                  <a:pt x="269" y="123"/>
                </a:lnTo>
                <a:lnTo>
                  <a:pt x="270" y="127"/>
                </a:lnTo>
                <a:lnTo>
                  <a:pt x="270" y="129"/>
                </a:lnTo>
                <a:lnTo>
                  <a:pt x="270" y="329"/>
                </a:lnTo>
                <a:lnTo>
                  <a:pt x="315" y="329"/>
                </a:lnTo>
                <a:lnTo>
                  <a:pt x="318" y="330"/>
                </a:lnTo>
                <a:lnTo>
                  <a:pt x="320" y="331"/>
                </a:lnTo>
                <a:lnTo>
                  <a:pt x="323" y="332"/>
                </a:lnTo>
                <a:lnTo>
                  <a:pt x="326" y="334"/>
                </a:lnTo>
                <a:lnTo>
                  <a:pt x="328" y="336"/>
                </a:lnTo>
                <a:lnTo>
                  <a:pt x="329" y="339"/>
                </a:lnTo>
                <a:lnTo>
                  <a:pt x="330" y="342"/>
                </a:lnTo>
                <a:lnTo>
                  <a:pt x="330" y="344"/>
                </a:lnTo>
                <a:lnTo>
                  <a:pt x="330" y="404"/>
                </a:lnTo>
                <a:close/>
                <a:moveTo>
                  <a:pt x="255" y="763"/>
                </a:moveTo>
                <a:lnTo>
                  <a:pt x="249" y="762"/>
                </a:lnTo>
                <a:lnTo>
                  <a:pt x="243" y="762"/>
                </a:lnTo>
                <a:lnTo>
                  <a:pt x="237" y="760"/>
                </a:lnTo>
                <a:lnTo>
                  <a:pt x="231" y="758"/>
                </a:lnTo>
                <a:lnTo>
                  <a:pt x="226" y="756"/>
                </a:lnTo>
                <a:lnTo>
                  <a:pt x="222" y="753"/>
                </a:lnTo>
                <a:lnTo>
                  <a:pt x="216" y="749"/>
                </a:lnTo>
                <a:lnTo>
                  <a:pt x="212" y="745"/>
                </a:lnTo>
                <a:lnTo>
                  <a:pt x="209" y="741"/>
                </a:lnTo>
                <a:lnTo>
                  <a:pt x="206" y="737"/>
                </a:lnTo>
                <a:lnTo>
                  <a:pt x="203" y="731"/>
                </a:lnTo>
                <a:lnTo>
                  <a:pt x="200" y="727"/>
                </a:lnTo>
                <a:lnTo>
                  <a:pt x="198" y="720"/>
                </a:lnTo>
                <a:lnTo>
                  <a:pt x="196" y="715"/>
                </a:lnTo>
                <a:lnTo>
                  <a:pt x="195" y="710"/>
                </a:lnTo>
                <a:lnTo>
                  <a:pt x="195" y="703"/>
                </a:lnTo>
                <a:lnTo>
                  <a:pt x="195" y="697"/>
                </a:lnTo>
                <a:lnTo>
                  <a:pt x="196" y="692"/>
                </a:lnTo>
                <a:lnTo>
                  <a:pt x="198" y="685"/>
                </a:lnTo>
                <a:lnTo>
                  <a:pt x="200" y="680"/>
                </a:lnTo>
                <a:lnTo>
                  <a:pt x="203" y="674"/>
                </a:lnTo>
                <a:lnTo>
                  <a:pt x="206" y="670"/>
                </a:lnTo>
                <a:lnTo>
                  <a:pt x="209" y="665"/>
                </a:lnTo>
                <a:lnTo>
                  <a:pt x="212" y="661"/>
                </a:lnTo>
                <a:lnTo>
                  <a:pt x="216" y="657"/>
                </a:lnTo>
                <a:lnTo>
                  <a:pt x="222" y="653"/>
                </a:lnTo>
                <a:lnTo>
                  <a:pt x="226" y="651"/>
                </a:lnTo>
                <a:lnTo>
                  <a:pt x="231" y="648"/>
                </a:lnTo>
                <a:lnTo>
                  <a:pt x="237" y="646"/>
                </a:lnTo>
                <a:lnTo>
                  <a:pt x="243" y="645"/>
                </a:lnTo>
                <a:lnTo>
                  <a:pt x="249" y="643"/>
                </a:lnTo>
                <a:lnTo>
                  <a:pt x="255" y="643"/>
                </a:lnTo>
                <a:lnTo>
                  <a:pt x="261" y="643"/>
                </a:lnTo>
                <a:lnTo>
                  <a:pt x="267" y="645"/>
                </a:lnTo>
                <a:lnTo>
                  <a:pt x="273" y="646"/>
                </a:lnTo>
                <a:lnTo>
                  <a:pt x="278" y="648"/>
                </a:lnTo>
                <a:lnTo>
                  <a:pt x="284" y="651"/>
                </a:lnTo>
                <a:lnTo>
                  <a:pt x="288" y="653"/>
                </a:lnTo>
                <a:lnTo>
                  <a:pt x="293" y="657"/>
                </a:lnTo>
                <a:lnTo>
                  <a:pt x="298" y="661"/>
                </a:lnTo>
                <a:lnTo>
                  <a:pt x="301" y="665"/>
                </a:lnTo>
                <a:lnTo>
                  <a:pt x="304" y="670"/>
                </a:lnTo>
                <a:lnTo>
                  <a:pt x="307" y="674"/>
                </a:lnTo>
                <a:lnTo>
                  <a:pt x="311" y="680"/>
                </a:lnTo>
                <a:lnTo>
                  <a:pt x="312" y="685"/>
                </a:lnTo>
                <a:lnTo>
                  <a:pt x="314" y="692"/>
                </a:lnTo>
                <a:lnTo>
                  <a:pt x="315" y="697"/>
                </a:lnTo>
                <a:lnTo>
                  <a:pt x="315" y="703"/>
                </a:lnTo>
                <a:lnTo>
                  <a:pt x="315" y="710"/>
                </a:lnTo>
                <a:lnTo>
                  <a:pt x="314" y="715"/>
                </a:lnTo>
                <a:lnTo>
                  <a:pt x="312" y="720"/>
                </a:lnTo>
                <a:lnTo>
                  <a:pt x="311" y="727"/>
                </a:lnTo>
                <a:lnTo>
                  <a:pt x="307" y="731"/>
                </a:lnTo>
                <a:lnTo>
                  <a:pt x="304" y="737"/>
                </a:lnTo>
                <a:lnTo>
                  <a:pt x="301" y="741"/>
                </a:lnTo>
                <a:lnTo>
                  <a:pt x="298" y="745"/>
                </a:lnTo>
                <a:lnTo>
                  <a:pt x="293" y="749"/>
                </a:lnTo>
                <a:lnTo>
                  <a:pt x="288" y="753"/>
                </a:lnTo>
                <a:lnTo>
                  <a:pt x="284" y="756"/>
                </a:lnTo>
                <a:lnTo>
                  <a:pt x="278" y="758"/>
                </a:lnTo>
                <a:lnTo>
                  <a:pt x="273" y="760"/>
                </a:lnTo>
                <a:lnTo>
                  <a:pt x="267" y="762"/>
                </a:lnTo>
                <a:lnTo>
                  <a:pt x="261" y="762"/>
                </a:lnTo>
                <a:lnTo>
                  <a:pt x="255" y="763"/>
                </a:lnTo>
                <a:close/>
                <a:moveTo>
                  <a:pt x="883" y="0"/>
                </a:moveTo>
                <a:lnTo>
                  <a:pt x="15" y="0"/>
                </a:lnTo>
                <a:lnTo>
                  <a:pt x="13" y="0"/>
                </a:lnTo>
                <a:lnTo>
                  <a:pt x="10" y="2"/>
                </a:lnTo>
                <a:lnTo>
                  <a:pt x="8" y="3"/>
                </a:lnTo>
                <a:lnTo>
                  <a:pt x="6" y="5"/>
                </a:lnTo>
                <a:lnTo>
                  <a:pt x="3" y="7"/>
                </a:lnTo>
                <a:lnTo>
                  <a:pt x="2" y="10"/>
                </a:lnTo>
                <a:lnTo>
                  <a:pt x="1" y="12"/>
                </a:lnTo>
                <a:lnTo>
                  <a:pt x="0" y="15"/>
                </a:lnTo>
                <a:lnTo>
                  <a:pt x="0" y="883"/>
                </a:lnTo>
                <a:lnTo>
                  <a:pt x="1" y="886"/>
                </a:lnTo>
                <a:lnTo>
                  <a:pt x="2" y="888"/>
                </a:lnTo>
                <a:lnTo>
                  <a:pt x="3" y="892"/>
                </a:lnTo>
                <a:lnTo>
                  <a:pt x="6" y="894"/>
                </a:lnTo>
                <a:lnTo>
                  <a:pt x="8" y="895"/>
                </a:lnTo>
                <a:lnTo>
                  <a:pt x="10" y="897"/>
                </a:lnTo>
                <a:lnTo>
                  <a:pt x="13" y="897"/>
                </a:lnTo>
                <a:lnTo>
                  <a:pt x="15" y="898"/>
                </a:lnTo>
                <a:lnTo>
                  <a:pt x="883" y="898"/>
                </a:lnTo>
                <a:lnTo>
                  <a:pt x="886" y="897"/>
                </a:lnTo>
                <a:lnTo>
                  <a:pt x="888" y="897"/>
                </a:lnTo>
                <a:lnTo>
                  <a:pt x="892" y="895"/>
                </a:lnTo>
                <a:lnTo>
                  <a:pt x="894" y="894"/>
                </a:lnTo>
                <a:lnTo>
                  <a:pt x="896" y="892"/>
                </a:lnTo>
                <a:lnTo>
                  <a:pt x="897" y="888"/>
                </a:lnTo>
                <a:lnTo>
                  <a:pt x="898" y="886"/>
                </a:lnTo>
                <a:lnTo>
                  <a:pt x="898" y="883"/>
                </a:lnTo>
                <a:lnTo>
                  <a:pt x="898" y="15"/>
                </a:lnTo>
                <a:lnTo>
                  <a:pt x="898" y="12"/>
                </a:lnTo>
                <a:lnTo>
                  <a:pt x="897" y="10"/>
                </a:lnTo>
                <a:lnTo>
                  <a:pt x="896" y="7"/>
                </a:lnTo>
                <a:lnTo>
                  <a:pt x="894" y="5"/>
                </a:lnTo>
                <a:lnTo>
                  <a:pt x="892" y="3"/>
                </a:lnTo>
                <a:lnTo>
                  <a:pt x="888" y="2"/>
                </a:lnTo>
                <a:lnTo>
                  <a:pt x="886" y="0"/>
                </a:lnTo>
                <a:lnTo>
                  <a:pt x="883"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3299715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AEC5CCFB-F751-444D-8A40-86CAFE4EE608}"/>
              </a:ext>
            </a:extLst>
          </p:cNvPr>
          <p:cNvGraphicFramePr/>
          <p:nvPr>
            <p:extLst>
              <p:ext uri="{D42A27DB-BD31-4B8C-83A1-F6EECF244321}">
                <p14:modId xmlns:p14="http://schemas.microsoft.com/office/powerpoint/2010/main" val="166148639"/>
              </p:ext>
            </p:extLst>
          </p:nvPr>
        </p:nvGraphicFramePr>
        <p:xfrm>
          <a:off x="1171575" y="209550"/>
          <a:ext cx="9848850" cy="57431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21087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33B776-CBEC-46C1-B728-98C6734EB4D0}"/>
              </a:ext>
            </a:extLst>
          </p:cNvPr>
          <p:cNvSpPr txBox="1"/>
          <p:nvPr/>
        </p:nvSpPr>
        <p:spPr>
          <a:xfrm>
            <a:off x="544435" y="456991"/>
            <a:ext cx="9651985"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3200" b="1" i="1" dirty="0">
                <a:solidFill>
                  <a:schemeClr val="accent2"/>
                </a:solidFill>
                <a:latin typeface="Garamond" panose="02020404030301010803" pitchFamily="18" charset="0"/>
                <a:cs typeface="Arial" panose="020B0604020202020204" pitchFamily="34" charset="0"/>
              </a:rPr>
              <a:t>CONCEPTUAL BACKGROUND OF THE  DOMAIN PROBLEM</a:t>
            </a:r>
            <a:endParaRPr lang="en-US" sz="3200" b="1" i="1" dirty="0">
              <a:solidFill>
                <a:schemeClr val="accent2"/>
              </a:solidFill>
              <a:latin typeface="Garamond" panose="02020404030301010803" pitchFamily="18" charset="0"/>
              <a:cs typeface="Arial" panose="020B0604020202020204" pitchFamily="34" charset="0"/>
            </a:endParaRPr>
          </a:p>
        </p:txBody>
      </p:sp>
      <p:sp>
        <p:nvSpPr>
          <p:cNvPr id="4" name="TextBox 3">
            <a:extLst>
              <a:ext uri="{FF2B5EF4-FFF2-40B4-BE49-F238E27FC236}">
                <a16:creationId xmlns:a16="http://schemas.microsoft.com/office/drawing/2014/main" id="{3D8A56FA-C775-453F-806D-E662A819BCA8}"/>
              </a:ext>
            </a:extLst>
          </p:cNvPr>
          <p:cNvSpPr txBox="1"/>
          <p:nvPr/>
        </p:nvSpPr>
        <p:spPr>
          <a:xfrm>
            <a:off x="337402" y="1570702"/>
            <a:ext cx="10086758"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endParaRPr lang="en-IN" sz="1800" i="0" u="none" strike="noStrike" baseline="0" dirty="0">
              <a:solidFill>
                <a:srgbClr val="000000"/>
              </a:solidFill>
              <a:latin typeface="Times New Roman" panose="02020603050405020304" pitchFamily="18" charset="0"/>
              <a:cs typeface="Times New Roman" panose="02020603050405020304" pitchFamily="18" charset="0"/>
            </a:endParaRPr>
          </a:p>
          <a:p>
            <a:pPr algn="just"/>
            <a:r>
              <a:rPr lang="en-US" sz="1800" i="0" u="none" strike="noStrike" baseline="0" dirty="0">
                <a:solidFill>
                  <a:srgbClr val="000000"/>
                </a:solidFill>
                <a:latin typeface="Times New Roman" panose="02020603050405020304" pitchFamily="18" charset="0"/>
                <a:cs typeface="Times New Roman" panose="02020603050405020304" pitchFamily="18" charset="0"/>
              </a:rPr>
              <a:t> In this section we have to scrape the data of flights from different websites (yatra.com, skyscanner.com, official websites of airlines, </a:t>
            </a:r>
            <a:r>
              <a:rPr lang="en-US" sz="1800" i="0" u="none" strike="noStrike" baseline="0" dirty="0" err="1">
                <a:solidFill>
                  <a:srgbClr val="000000"/>
                </a:solidFill>
                <a:latin typeface="Times New Roman" panose="02020603050405020304" pitchFamily="18" charset="0"/>
                <a:cs typeface="Times New Roman" panose="02020603050405020304" pitchFamily="18" charset="0"/>
              </a:rPr>
              <a:t>etc</a:t>
            </a:r>
            <a:r>
              <a:rPr lang="en-US" sz="1800" i="0" u="none" strike="noStrike" baseline="0" dirty="0">
                <a:solidFill>
                  <a:srgbClr val="000000"/>
                </a:solidFill>
                <a:latin typeface="Times New Roman" panose="02020603050405020304" pitchFamily="18" charset="0"/>
                <a:cs typeface="Times New Roman" panose="02020603050405020304" pitchFamily="18" charset="0"/>
              </a:rPr>
              <a:t>). The number of columns for data doesn’t have limit, it’s up to you and your creativity. Generally, these columns are airline name, date of journey, source, destination, route, departure time, arrival time, duration, total stops and the target variable price. You can make changes to it, you can add or you can remove some columns, it completely depends on the website from which you are fetching the data.</a:t>
            </a:r>
          </a:p>
          <a:p>
            <a:pPr algn="just"/>
            <a:r>
              <a:rPr lang="en-US" dirty="0">
                <a:latin typeface="Times New Roman" panose="02020603050405020304" pitchFamily="18" charset="0"/>
                <a:cs typeface="Times New Roman" panose="02020603050405020304" pitchFamily="18" charset="0"/>
              </a:rPr>
              <a:t>Airline companies use complex algorithms to calculate flight prices given various conditions present at that particular time. These methods take financial, marketing, and various social factors into account to predict flight prices. Nowadays, the number of people using flights has increased significantly. It is difficult for airlines to maintain prices since prices change dynamically due to different conditions. That’s why we will try to use machine learning to solve this problem. This can help airlines by predicting what prices they can maintain. It can also help customers to predict future flight prices and plan their journey accordingly </a:t>
            </a:r>
            <a:endParaRPr lang="en-IN" dirty="0">
              <a:latin typeface="Times New Roman" panose="02020603050405020304" pitchFamily="18" charset="0"/>
              <a:cs typeface="Times New Roman" panose="02020603050405020304" pitchFamily="18" charset="0"/>
            </a:endParaRPr>
          </a:p>
          <a:p>
            <a:pPr algn="just"/>
            <a:endParaRPr lang="en-IN" sz="1800" dirty="0">
              <a:solidFill>
                <a:srgbClr val="333333"/>
              </a:solidFill>
              <a:effectLst/>
              <a:latin typeface="Rockwell" panose="02060603020205020403" pitchFamily="18" charset="0"/>
              <a:ea typeface="Rockwell" panose="02060603020205020403" pitchFamily="18" charset="0"/>
              <a:cs typeface="Mangal" panose="02040503050203030202" pitchFamily="18" charset="0"/>
            </a:endParaRPr>
          </a:p>
        </p:txBody>
      </p:sp>
      <p:sp>
        <p:nvSpPr>
          <p:cNvPr id="6" name="Slide Number Placeholder 5"/>
          <p:cNvSpPr>
            <a:spLocks noGrp="1"/>
          </p:cNvSpPr>
          <p:nvPr>
            <p:ph type="sldNum" sz="quarter" idx="12"/>
          </p:nvPr>
        </p:nvSpPr>
        <p:spPr/>
        <p:txBody>
          <a:bodyPr/>
          <a:lstStyle/>
          <a:p>
            <a:fld id="{330EA680-D336-4FF7-8B7A-9848BB0A1C32}" type="slidenum">
              <a:rPr lang="en-US" smtClean="0"/>
              <a:t>4</a:t>
            </a:fld>
            <a:endParaRPr lang="en-US"/>
          </a:p>
        </p:txBody>
      </p:sp>
    </p:spTree>
    <p:extLst>
      <p:ext uri="{BB962C8B-B14F-4D97-AF65-F5344CB8AC3E}">
        <p14:creationId xmlns:p14="http://schemas.microsoft.com/office/powerpoint/2010/main" val="2829857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A5D1E-E8DC-4BD5-805E-3F16E9CBD27D}"/>
              </a:ext>
            </a:extLst>
          </p:cNvPr>
          <p:cNvSpPr>
            <a:spLocks noGrp="1"/>
          </p:cNvSpPr>
          <p:nvPr>
            <p:ph type="title"/>
          </p:nvPr>
        </p:nvSpPr>
        <p:spPr/>
        <p:txBody>
          <a:bodyPr/>
          <a:lstStyle/>
          <a:p>
            <a:r>
              <a:rPr lang="en-US" dirty="0"/>
              <a:t>Data Set Description</a:t>
            </a:r>
            <a:endParaRPr lang="en-IN" dirty="0"/>
          </a:p>
        </p:txBody>
      </p:sp>
      <p:sp>
        <p:nvSpPr>
          <p:cNvPr id="3" name="Content Placeholder 2">
            <a:extLst>
              <a:ext uri="{FF2B5EF4-FFF2-40B4-BE49-F238E27FC236}">
                <a16:creationId xmlns:a16="http://schemas.microsoft.com/office/drawing/2014/main" id="{C8BE7F3F-297E-4D6E-B9F7-970E87C17EDC}"/>
              </a:ext>
            </a:extLst>
          </p:cNvPr>
          <p:cNvSpPr>
            <a:spLocks noGrp="1"/>
          </p:cNvSpPr>
          <p:nvPr>
            <p:ph idx="1"/>
          </p:nvPr>
        </p:nvSpPr>
        <p:spPr/>
        <p:txBody>
          <a:bodyPr>
            <a:normAutofit fontScale="47500" lnSpcReduction="20000"/>
          </a:bodyPr>
          <a:lstStyle/>
          <a:p>
            <a:pPr>
              <a:lnSpc>
                <a:spcPct val="170000"/>
              </a:lnSpc>
              <a:buNone/>
            </a:pPr>
            <a:r>
              <a:rPr lang="en-US" sz="2800" b="1" dirty="0"/>
              <a:t> Features</a:t>
            </a:r>
            <a:r>
              <a:rPr lang="en-US" sz="2800" dirty="0"/>
              <a:t>:</a:t>
            </a:r>
          </a:p>
          <a:p>
            <a:pPr>
              <a:lnSpc>
                <a:spcPct val="170000"/>
              </a:lnSpc>
            </a:pPr>
            <a:r>
              <a:rPr lang="en-US" sz="2800" b="1" dirty="0"/>
              <a:t>Name</a:t>
            </a:r>
            <a:r>
              <a:rPr lang="en-US" sz="2800" dirty="0"/>
              <a:t>: name of Airline</a:t>
            </a:r>
          </a:p>
          <a:p>
            <a:pPr>
              <a:lnSpc>
                <a:spcPct val="170000"/>
              </a:lnSpc>
            </a:pPr>
            <a:r>
              <a:rPr lang="en-US" sz="2800" b="1" dirty="0"/>
              <a:t>Date</a:t>
            </a:r>
            <a:r>
              <a:rPr lang="en-US" sz="2800" dirty="0"/>
              <a:t>: date of journey</a:t>
            </a:r>
          </a:p>
          <a:p>
            <a:pPr>
              <a:lnSpc>
                <a:spcPct val="170000"/>
              </a:lnSpc>
            </a:pPr>
            <a:r>
              <a:rPr lang="en-US" sz="2800" b="1" dirty="0" err="1"/>
              <a:t>Dtime</a:t>
            </a:r>
            <a:r>
              <a:rPr lang="en-US" sz="2800" b="1" dirty="0"/>
              <a:t>:</a:t>
            </a:r>
            <a:r>
              <a:rPr lang="en-US" sz="2800" dirty="0"/>
              <a:t> time of departure</a:t>
            </a:r>
          </a:p>
          <a:p>
            <a:pPr>
              <a:lnSpc>
                <a:spcPct val="170000"/>
              </a:lnSpc>
            </a:pPr>
            <a:r>
              <a:rPr lang="en-US" sz="2800" b="1" dirty="0" err="1"/>
              <a:t>Atime</a:t>
            </a:r>
            <a:r>
              <a:rPr lang="en-US" sz="2800" b="1" dirty="0"/>
              <a:t>:</a:t>
            </a:r>
            <a:r>
              <a:rPr lang="en-US" sz="2800" dirty="0"/>
              <a:t> time of arrival</a:t>
            </a:r>
          </a:p>
          <a:p>
            <a:pPr>
              <a:lnSpc>
                <a:spcPct val="170000"/>
              </a:lnSpc>
            </a:pPr>
            <a:r>
              <a:rPr lang="en-US" b="1" dirty="0"/>
              <a:t>From</a:t>
            </a:r>
            <a:r>
              <a:rPr lang="en-US" sz="2800" b="1" dirty="0"/>
              <a:t>:</a:t>
            </a:r>
            <a:r>
              <a:rPr lang="en-US" sz="2800" dirty="0"/>
              <a:t> the source from which service begins</a:t>
            </a:r>
          </a:p>
          <a:p>
            <a:pPr>
              <a:lnSpc>
                <a:spcPct val="170000"/>
              </a:lnSpc>
            </a:pPr>
            <a:r>
              <a:rPr lang="en-US" sz="2800" b="1" dirty="0"/>
              <a:t>To</a:t>
            </a:r>
            <a:r>
              <a:rPr lang="en-US" sz="2800" dirty="0"/>
              <a:t>: the destination where service ends</a:t>
            </a:r>
          </a:p>
          <a:p>
            <a:pPr>
              <a:lnSpc>
                <a:spcPct val="170000"/>
              </a:lnSpc>
            </a:pPr>
            <a:r>
              <a:rPr lang="en-US" sz="2800" b="1" dirty="0"/>
              <a:t>Stops:</a:t>
            </a:r>
            <a:r>
              <a:rPr lang="en-US" sz="2800" dirty="0"/>
              <a:t> total number of stops between source and destination</a:t>
            </a:r>
          </a:p>
          <a:p>
            <a:pPr>
              <a:lnSpc>
                <a:spcPct val="170000"/>
              </a:lnSpc>
            </a:pPr>
            <a:r>
              <a:rPr lang="en-US" sz="2800" b="1" dirty="0"/>
              <a:t>Price:</a:t>
            </a:r>
            <a:r>
              <a:rPr lang="en-US" sz="2800" dirty="0"/>
              <a:t> Price of flight ticket</a:t>
            </a:r>
          </a:p>
          <a:p>
            <a:pPr>
              <a:lnSpc>
                <a:spcPct val="170000"/>
              </a:lnSpc>
              <a:buNone/>
            </a:pPr>
            <a:r>
              <a:rPr lang="en-US" sz="2800" dirty="0"/>
              <a:t>The dataset has no null values.</a:t>
            </a:r>
          </a:p>
          <a:p>
            <a:endParaRPr lang="en-IN" dirty="0"/>
          </a:p>
        </p:txBody>
      </p:sp>
    </p:spTree>
    <p:extLst>
      <p:ext uri="{BB962C8B-B14F-4D97-AF65-F5344CB8AC3E}">
        <p14:creationId xmlns:p14="http://schemas.microsoft.com/office/powerpoint/2010/main" val="1349189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75A73-16A9-440A-A272-7C072931BB82}"/>
              </a:ext>
            </a:extLst>
          </p:cNvPr>
          <p:cNvSpPr>
            <a:spLocks noGrp="1"/>
          </p:cNvSpPr>
          <p:nvPr>
            <p:ph type="title"/>
          </p:nvPr>
        </p:nvSpPr>
        <p:spPr>
          <a:xfrm>
            <a:off x="838200" y="365125"/>
            <a:ext cx="10515600" cy="1325563"/>
          </a:xfrm>
        </p:spPr>
        <p:txBody>
          <a:bodyPr>
            <a:normAutofit/>
          </a:bodyPr>
          <a:lstStyle/>
          <a:p>
            <a:r>
              <a:rPr lang="en-US" dirty="0"/>
              <a:t>Visualization</a:t>
            </a:r>
            <a:br>
              <a:rPr lang="en-US" dirty="0"/>
            </a:br>
            <a:r>
              <a:rPr lang="en-US" dirty="0"/>
              <a:t> </a:t>
            </a:r>
            <a:r>
              <a:rPr lang="en-US" sz="1600" dirty="0"/>
              <a:t>Flight Origin</a:t>
            </a:r>
            <a:endParaRPr lang="en-IN" dirty="0"/>
          </a:p>
        </p:txBody>
      </p:sp>
      <p:pic>
        <p:nvPicPr>
          <p:cNvPr id="1026" name="Picture 2">
            <a:extLst>
              <a:ext uri="{FF2B5EF4-FFF2-40B4-BE49-F238E27FC236}">
                <a16:creationId xmlns:a16="http://schemas.microsoft.com/office/drawing/2014/main" id="{4DE0332B-B312-4F5E-BE26-63985464C6C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279514" y="1825625"/>
            <a:ext cx="7632971"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62474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B50F59-1EB4-4C94-AC34-DB63B63C3CD2}"/>
              </a:ext>
            </a:extLst>
          </p:cNvPr>
          <p:cNvSpPr>
            <a:spLocks noGrp="1"/>
          </p:cNvSpPr>
          <p:nvPr>
            <p:ph idx="1"/>
          </p:nvPr>
        </p:nvSpPr>
        <p:spPr>
          <a:xfrm>
            <a:off x="838205" y="327546"/>
            <a:ext cx="10515600" cy="5888111"/>
          </a:xfrm>
        </p:spPr>
        <p:txBody>
          <a:bodyPr>
            <a:normAutofit/>
          </a:bodyPr>
          <a:lstStyle/>
          <a:p>
            <a:r>
              <a:rPr lang="en-US" sz="1600" b="0" i="0" dirty="0">
                <a:solidFill>
                  <a:srgbClr val="000000"/>
                </a:solidFill>
                <a:effectLst/>
                <a:latin typeface="Helvetica Neue"/>
              </a:rPr>
              <a:t>The destination of the flight is Bengaluru, New Delhi, </a:t>
            </a:r>
            <a:r>
              <a:rPr lang="en-US" sz="1600" b="0" i="0" dirty="0" err="1">
                <a:solidFill>
                  <a:srgbClr val="000000"/>
                </a:solidFill>
                <a:effectLst/>
                <a:latin typeface="Helvetica Neue"/>
              </a:rPr>
              <a:t>Hyderbad</a:t>
            </a:r>
            <a:r>
              <a:rPr lang="en-US" sz="1600" b="0" i="0" dirty="0">
                <a:solidFill>
                  <a:srgbClr val="000000"/>
                </a:solidFill>
                <a:effectLst/>
                <a:latin typeface="Helvetica Neue"/>
              </a:rPr>
              <a:t> and Mumbai.</a:t>
            </a:r>
          </a:p>
          <a:p>
            <a:r>
              <a:rPr lang="en-US" sz="1600" dirty="0">
                <a:solidFill>
                  <a:srgbClr val="000000"/>
                </a:solidFill>
                <a:latin typeface="Helvetica Neue"/>
              </a:rPr>
              <a:t>The number of flight  leaving Delhi is more than Bengaluru, Mumbai and Hyderabad.</a:t>
            </a:r>
            <a:endParaRPr lang="en-US" sz="1600" b="0" i="0" dirty="0">
              <a:solidFill>
                <a:srgbClr val="000000"/>
              </a:solidFill>
              <a:effectLst/>
              <a:latin typeface="Helvetica Neue"/>
            </a:endParaRPr>
          </a:p>
          <a:p>
            <a:endParaRPr lang="en-IN" sz="1600" dirty="0"/>
          </a:p>
        </p:txBody>
      </p:sp>
      <p:pic>
        <p:nvPicPr>
          <p:cNvPr id="2050" name="Picture 2">
            <a:extLst>
              <a:ext uri="{FF2B5EF4-FFF2-40B4-BE49-F238E27FC236}">
                <a16:creationId xmlns:a16="http://schemas.microsoft.com/office/drawing/2014/main" id="{F8EADAFD-6077-40E8-8DC1-B89B59CACF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1362" y="1127443"/>
            <a:ext cx="7469275" cy="51079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0844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930004-326C-4294-B08F-0B0D8C212A9A}"/>
              </a:ext>
            </a:extLst>
          </p:cNvPr>
          <p:cNvSpPr>
            <a:spLocks noGrp="1"/>
          </p:cNvSpPr>
          <p:nvPr>
            <p:ph idx="1"/>
          </p:nvPr>
        </p:nvSpPr>
        <p:spPr>
          <a:xfrm>
            <a:off x="838200" y="545910"/>
            <a:ext cx="10515600" cy="5631053"/>
          </a:xfrm>
        </p:spPr>
        <p:txBody>
          <a:bodyPr/>
          <a:lstStyle/>
          <a:p>
            <a:r>
              <a:rPr lang="en-US" dirty="0"/>
              <a:t>Journey date</a:t>
            </a:r>
          </a:p>
          <a:p>
            <a:pPr marL="0" indent="0">
              <a:buNone/>
            </a:pPr>
            <a:endParaRPr lang="en-IN" dirty="0"/>
          </a:p>
        </p:txBody>
      </p:sp>
      <p:pic>
        <p:nvPicPr>
          <p:cNvPr id="3074" name="Picture 2">
            <a:extLst>
              <a:ext uri="{FF2B5EF4-FFF2-40B4-BE49-F238E27FC236}">
                <a16:creationId xmlns:a16="http://schemas.microsoft.com/office/drawing/2014/main" id="{7B1F074E-1E68-478C-A94B-0DF709AE46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0831" y="1011782"/>
            <a:ext cx="9190338" cy="51651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7273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D2B33-8B73-4955-A29A-926715018784}"/>
              </a:ext>
            </a:extLst>
          </p:cNvPr>
          <p:cNvSpPr>
            <a:spLocks noGrp="1"/>
          </p:cNvSpPr>
          <p:nvPr>
            <p:ph type="title"/>
          </p:nvPr>
        </p:nvSpPr>
        <p:spPr>
          <a:xfrm>
            <a:off x="838199" y="365124"/>
            <a:ext cx="10515600" cy="1081539"/>
          </a:xfrm>
        </p:spPr>
        <p:txBody>
          <a:bodyPr>
            <a:normAutofit/>
          </a:bodyPr>
          <a:lstStyle/>
          <a:p>
            <a:r>
              <a:rPr lang="en-US" sz="1800" dirty="0"/>
              <a:t>Name of Airline</a:t>
            </a:r>
            <a:br>
              <a:rPr lang="en-US" sz="1800" dirty="0"/>
            </a:br>
            <a:r>
              <a:rPr lang="en-US" sz="1400" dirty="0"/>
              <a:t>The operation of </a:t>
            </a:r>
            <a:r>
              <a:rPr lang="en-US" sz="1400" dirty="0" err="1"/>
              <a:t>filght</a:t>
            </a:r>
            <a:r>
              <a:rPr lang="en-US" sz="1400" dirty="0"/>
              <a:t> from one place to another place is more by  Indigo than any other flight.</a:t>
            </a:r>
            <a:br>
              <a:rPr lang="en-US" sz="1800" dirty="0"/>
            </a:br>
            <a:endParaRPr lang="en-IN" sz="1800" dirty="0"/>
          </a:p>
        </p:txBody>
      </p:sp>
      <p:pic>
        <p:nvPicPr>
          <p:cNvPr id="4098" name="Picture 2">
            <a:extLst>
              <a:ext uri="{FF2B5EF4-FFF2-40B4-BE49-F238E27FC236}">
                <a16:creationId xmlns:a16="http://schemas.microsoft.com/office/drawing/2014/main" id="{ADAABCA9-850D-4ADA-9285-95C2C9731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4036" y="1086351"/>
            <a:ext cx="8543925" cy="56102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B8FDE4AD-54F1-4203-B495-65D523D2CAA2}"/>
              </a:ext>
            </a:extLst>
          </p:cNvPr>
          <p:cNvSpPr txBox="1"/>
          <p:nvPr/>
        </p:nvSpPr>
        <p:spPr>
          <a:xfrm>
            <a:off x="7342496" y="1583140"/>
            <a:ext cx="2702256" cy="2308324"/>
          </a:xfrm>
          <a:prstGeom prst="rect">
            <a:avLst/>
          </a:prstGeom>
          <a:noFill/>
        </p:spPr>
        <p:txBody>
          <a:bodyPr wrap="square" rtlCol="0">
            <a:spAutoFit/>
          </a:bodyPr>
          <a:lstStyle/>
          <a:p>
            <a:pPr algn="just"/>
            <a:r>
              <a:rPr lang="en-US" dirty="0"/>
              <a:t>Indigo 		   2876</a:t>
            </a:r>
          </a:p>
          <a:p>
            <a:pPr algn="just"/>
            <a:r>
              <a:rPr lang="en-US" dirty="0"/>
              <a:t>AirAsia 		    1128</a:t>
            </a:r>
          </a:p>
          <a:p>
            <a:pPr algn="just"/>
            <a:r>
              <a:rPr lang="en-US" dirty="0"/>
              <a:t>Go First     	    1021</a:t>
            </a:r>
          </a:p>
          <a:p>
            <a:pPr algn="just"/>
            <a:r>
              <a:rPr lang="en-US" dirty="0"/>
              <a:t>Vistara   		     778</a:t>
            </a:r>
          </a:p>
          <a:p>
            <a:pPr algn="just"/>
            <a:r>
              <a:rPr lang="en-US" dirty="0" err="1"/>
              <a:t>Spicejet</a:t>
            </a:r>
            <a:r>
              <a:rPr lang="en-US" dirty="0"/>
              <a:t> 		     213</a:t>
            </a:r>
          </a:p>
          <a:p>
            <a:pPr algn="just"/>
            <a:r>
              <a:rPr lang="en-US" dirty="0" err="1"/>
              <a:t>Trujet</a:t>
            </a:r>
            <a:r>
              <a:rPr lang="en-US" dirty="0"/>
              <a:t> 		       13</a:t>
            </a:r>
          </a:p>
          <a:p>
            <a:pPr algn="just"/>
            <a:r>
              <a:rPr lang="en-US" dirty="0"/>
              <a:t>Star Air 		        11</a:t>
            </a:r>
          </a:p>
          <a:p>
            <a:pPr algn="just"/>
            <a:r>
              <a:rPr lang="en-US" dirty="0"/>
              <a:t>Star Air, Vistara  	         1</a:t>
            </a:r>
            <a:endParaRPr lang="en-IN" dirty="0"/>
          </a:p>
        </p:txBody>
      </p:sp>
    </p:spTree>
    <p:extLst>
      <p:ext uri="{BB962C8B-B14F-4D97-AF65-F5344CB8AC3E}">
        <p14:creationId xmlns:p14="http://schemas.microsoft.com/office/powerpoint/2010/main" val="1591901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4D90F-CDA8-402C-89E6-24AC911DCB3C}"/>
              </a:ext>
            </a:extLst>
          </p:cNvPr>
          <p:cNvSpPr>
            <a:spLocks noGrp="1"/>
          </p:cNvSpPr>
          <p:nvPr>
            <p:ph type="title"/>
          </p:nvPr>
        </p:nvSpPr>
        <p:spPr/>
        <p:txBody>
          <a:bodyPr>
            <a:normAutofit/>
          </a:bodyPr>
          <a:lstStyle/>
          <a:p>
            <a:r>
              <a:rPr lang="en-US" sz="1800" dirty="0"/>
              <a:t>Total number of stops.</a:t>
            </a:r>
            <a:br>
              <a:rPr lang="en-US" sz="1800" dirty="0"/>
            </a:br>
            <a:r>
              <a:rPr lang="en-US" sz="1400" dirty="0"/>
              <a:t>The total number for 1 stops is 3338 which is more than 50% than any other number of stops.</a:t>
            </a:r>
            <a:br>
              <a:rPr lang="en-US" sz="1800" dirty="0"/>
            </a:br>
            <a:endParaRPr lang="en-IN" sz="1800" dirty="0"/>
          </a:p>
        </p:txBody>
      </p:sp>
      <p:pic>
        <p:nvPicPr>
          <p:cNvPr id="5122" name="Picture 2">
            <a:extLst>
              <a:ext uri="{FF2B5EF4-FFF2-40B4-BE49-F238E27FC236}">
                <a16:creationId xmlns:a16="http://schemas.microsoft.com/office/drawing/2014/main" id="{16E84A41-8D1C-4A5B-9865-DD0391A7E7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433015"/>
            <a:ext cx="8991600" cy="50877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4262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A420B2-2A01-4564-9DAE-E48CE39FD308}"/>
              </a:ext>
            </a:extLst>
          </p:cNvPr>
          <p:cNvSpPr>
            <a:spLocks noGrp="1"/>
          </p:cNvSpPr>
          <p:nvPr>
            <p:ph type="title"/>
          </p:nvPr>
        </p:nvSpPr>
        <p:spPr/>
        <p:txBody>
          <a:bodyPr>
            <a:normAutofit/>
          </a:bodyPr>
          <a:lstStyle/>
          <a:p>
            <a:r>
              <a:rPr lang="en-US" sz="1800" dirty="0"/>
              <a:t>Fare of flight ticket.</a:t>
            </a:r>
            <a:br>
              <a:rPr lang="en-US" sz="1800" dirty="0"/>
            </a:br>
            <a:r>
              <a:rPr lang="en-US" sz="1400" dirty="0"/>
              <a:t>The maximum price for the flight ticket is more than 25000.</a:t>
            </a:r>
            <a:br>
              <a:rPr lang="en-US" sz="1400" dirty="0"/>
            </a:br>
            <a:r>
              <a:rPr lang="en-US" sz="1400" dirty="0"/>
              <a:t>The price of flight ticket lies between 2500 to 10000 is more.</a:t>
            </a:r>
            <a:br>
              <a:rPr lang="en-US" sz="1800" dirty="0"/>
            </a:br>
            <a:endParaRPr lang="en-IN" sz="1800" dirty="0"/>
          </a:p>
        </p:txBody>
      </p:sp>
      <p:pic>
        <p:nvPicPr>
          <p:cNvPr id="6146" name="Picture 2">
            <a:extLst>
              <a:ext uri="{FF2B5EF4-FFF2-40B4-BE49-F238E27FC236}">
                <a16:creationId xmlns:a16="http://schemas.microsoft.com/office/drawing/2014/main" id="{85C56A55-58D9-4190-8759-3A83914876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3434" y="1225881"/>
            <a:ext cx="8505131" cy="55020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7967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2EBD2-D436-4710-947C-706B6A56706F}"/>
              </a:ext>
            </a:extLst>
          </p:cNvPr>
          <p:cNvSpPr>
            <a:spLocks noGrp="1"/>
          </p:cNvSpPr>
          <p:nvPr>
            <p:ph type="title"/>
          </p:nvPr>
        </p:nvSpPr>
        <p:spPr>
          <a:xfrm>
            <a:off x="705803" y="142652"/>
            <a:ext cx="8938260" cy="865647"/>
          </a:xfrm>
        </p:spPr>
        <p:txBody>
          <a:bodyPr>
            <a:normAutofit/>
          </a:bodyPr>
          <a:lstStyle/>
          <a:p>
            <a:r>
              <a:rPr lang="en-US" sz="1800" dirty="0"/>
              <a:t>Comparison of all features with Price.</a:t>
            </a:r>
            <a:br>
              <a:rPr lang="en-US" sz="1800" dirty="0"/>
            </a:br>
            <a:endParaRPr lang="en-IN" sz="1800" dirty="0"/>
          </a:p>
        </p:txBody>
      </p:sp>
      <p:pic>
        <p:nvPicPr>
          <p:cNvPr id="7170" name="Picture 2">
            <a:extLst>
              <a:ext uri="{FF2B5EF4-FFF2-40B4-BE49-F238E27FC236}">
                <a16:creationId xmlns:a16="http://schemas.microsoft.com/office/drawing/2014/main" id="{E5892A1C-7E14-4A50-B37F-C4A12E549F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961" y="981075"/>
            <a:ext cx="10363200" cy="5320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4296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D49C5-1F18-4DE4-912B-806393112010}"/>
              </a:ext>
            </a:extLst>
          </p:cNvPr>
          <p:cNvSpPr>
            <a:spLocks noGrp="1"/>
          </p:cNvSpPr>
          <p:nvPr>
            <p:ph type="title"/>
          </p:nvPr>
        </p:nvSpPr>
        <p:spPr/>
        <p:txBody>
          <a:bodyPr>
            <a:normAutofit/>
          </a:bodyPr>
          <a:lstStyle/>
          <a:p>
            <a:r>
              <a:rPr lang="en-US" sz="1800" dirty="0"/>
              <a:t>Comparison of Price with Departure</a:t>
            </a:r>
            <a:br>
              <a:rPr lang="en-US" sz="1800" dirty="0"/>
            </a:br>
            <a:endParaRPr lang="en-IN" sz="1800" dirty="0"/>
          </a:p>
        </p:txBody>
      </p:sp>
      <p:pic>
        <p:nvPicPr>
          <p:cNvPr id="8194" name="Picture 2">
            <a:extLst>
              <a:ext uri="{FF2B5EF4-FFF2-40B4-BE49-F238E27FC236}">
                <a16:creationId xmlns:a16="http://schemas.microsoft.com/office/drawing/2014/main" id="{E9684559-DF84-4A72-9676-815BBEC26E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767" y="1969331"/>
            <a:ext cx="11154466" cy="4199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934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D5B2B-6A48-4610-BC3D-88090DA47D5A}"/>
              </a:ext>
            </a:extLst>
          </p:cNvPr>
          <p:cNvSpPr>
            <a:spLocks noGrp="1"/>
          </p:cNvSpPr>
          <p:nvPr>
            <p:ph type="title"/>
          </p:nvPr>
        </p:nvSpPr>
        <p:spPr/>
        <p:txBody>
          <a:bodyPr>
            <a:normAutofit/>
          </a:bodyPr>
          <a:lstStyle/>
          <a:p>
            <a:r>
              <a:rPr lang="en-US" sz="1800" dirty="0"/>
              <a:t>Comparison of </a:t>
            </a:r>
            <a:r>
              <a:rPr lang="en-US" sz="1800" dirty="0" err="1"/>
              <a:t>Arival</a:t>
            </a:r>
            <a:r>
              <a:rPr lang="en-US" sz="1800" dirty="0"/>
              <a:t> time vs Price.</a:t>
            </a:r>
            <a:br>
              <a:rPr lang="en-US" sz="1800" dirty="0"/>
            </a:br>
            <a:endParaRPr lang="en-IN" sz="1800" dirty="0"/>
          </a:p>
        </p:txBody>
      </p:sp>
      <p:pic>
        <p:nvPicPr>
          <p:cNvPr id="9218" name="Picture 2">
            <a:extLst>
              <a:ext uri="{FF2B5EF4-FFF2-40B4-BE49-F238E27FC236}">
                <a16:creationId xmlns:a16="http://schemas.microsoft.com/office/drawing/2014/main" id="{8EA28569-6B63-4050-9838-5D499A5140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2616" y="1154218"/>
            <a:ext cx="5239793" cy="5338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27920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83998-F814-4ADC-A841-23C5C72DC888}"/>
              </a:ext>
            </a:extLst>
          </p:cNvPr>
          <p:cNvSpPr>
            <a:spLocks noGrp="1"/>
          </p:cNvSpPr>
          <p:nvPr>
            <p:ph type="title"/>
          </p:nvPr>
        </p:nvSpPr>
        <p:spPr/>
        <p:txBody>
          <a:bodyPr>
            <a:normAutofit/>
          </a:bodyPr>
          <a:lstStyle/>
          <a:p>
            <a:r>
              <a:rPr lang="en-US" sz="1800" dirty="0"/>
              <a:t>Comparison of Departure time vs Price</a:t>
            </a:r>
            <a:br>
              <a:rPr lang="en-US" sz="1800" dirty="0"/>
            </a:br>
            <a:endParaRPr lang="en-IN" sz="1800" dirty="0"/>
          </a:p>
        </p:txBody>
      </p:sp>
      <p:pic>
        <p:nvPicPr>
          <p:cNvPr id="10242" name="Picture 2">
            <a:extLst>
              <a:ext uri="{FF2B5EF4-FFF2-40B4-BE49-F238E27FC236}">
                <a16:creationId xmlns:a16="http://schemas.microsoft.com/office/drawing/2014/main" id="{C7DDDB1E-1585-4344-85F6-1BCCC9586E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1859" y="981075"/>
            <a:ext cx="5608282" cy="57140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51075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91D21-5D74-497E-BC07-C6C2D7C14176}"/>
              </a:ext>
            </a:extLst>
          </p:cNvPr>
          <p:cNvSpPr>
            <a:spLocks noGrp="1"/>
          </p:cNvSpPr>
          <p:nvPr>
            <p:ph type="title"/>
          </p:nvPr>
        </p:nvSpPr>
        <p:spPr/>
        <p:txBody>
          <a:bodyPr>
            <a:normAutofit/>
          </a:bodyPr>
          <a:lstStyle/>
          <a:p>
            <a:r>
              <a:rPr lang="en-US" sz="1800" dirty="0"/>
              <a:t>Comparison between Airline and price</a:t>
            </a:r>
            <a:br>
              <a:rPr lang="en-US" sz="1800" dirty="0"/>
            </a:br>
            <a:br>
              <a:rPr lang="en-US" sz="1800" dirty="0"/>
            </a:br>
            <a:endParaRPr lang="en-IN" sz="1800" dirty="0"/>
          </a:p>
        </p:txBody>
      </p:sp>
      <p:pic>
        <p:nvPicPr>
          <p:cNvPr id="11266" name="Picture 2">
            <a:extLst>
              <a:ext uri="{FF2B5EF4-FFF2-40B4-BE49-F238E27FC236}">
                <a16:creationId xmlns:a16="http://schemas.microsoft.com/office/drawing/2014/main" id="{2A47B683-1CFE-4D37-BED5-DB388F40C3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2175" y="1157784"/>
            <a:ext cx="7867650" cy="533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60356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5D08E-8352-4F0F-A24B-B2FE80C4B2CF}"/>
              </a:ext>
            </a:extLst>
          </p:cNvPr>
          <p:cNvSpPr>
            <a:spLocks noGrp="1"/>
          </p:cNvSpPr>
          <p:nvPr>
            <p:ph type="title"/>
          </p:nvPr>
        </p:nvSpPr>
        <p:spPr/>
        <p:txBody>
          <a:bodyPr>
            <a:normAutofit/>
          </a:bodyPr>
          <a:lstStyle/>
          <a:p>
            <a:r>
              <a:rPr lang="en-US" sz="1800" dirty="0"/>
              <a:t>Comparison between Source and price</a:t>
            </a:r>
            <a:br>
              <a:rPr lang="en-US" sz="1800" dirty="0"/>
            </a:br>
            <a:endParaRPr lang="en-IN" sz="1800" dirty="0"/>
          </a:p>
        </p:txBody>
      </p:sp>
      <p:pic>
        <p:nvPicPr>
          <p:cNvPr id="12290" name="Picture 2">
            <a:extLst>
              <a:ext uri="{FF2B5EF4-FFF2-40B4-BE49-F238E27FC236}">
                <a16:creationId xmlns:a16="http://schemas.microsoft.com/office/drawing/2014/main" id="{BA752F8B-5488-4160-A27B-88EB56304C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300" y="1173707"/>
            <a:ext cx="10691400" cy="52651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4218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E5E67A-3F01-4E3C-AD0F-17B466D924AB}"/>
              </a:ext>
            </a:extLst>
          </p:cNvPr>
          <p:cNvSpPr>
            <a:spLocks noGrp="1"/>
          </p:cNvSpPr>
          <p:nvPr>
            <p:ph type="title"/>
          </p:nvPr>
        </p:nvSpPr>
        <p:spPr/>
        <p:txBody>
          <a:bodyPr>
            <a:normAutofit/>
          </a:bodyPr>
          <a:lstStyle/>
          <a:p>
            <a:r>
              <a:rPr lang="en-US" sz="1800" dirty="0"/>
              <a:t>Comparison between Price and Number of stop </a:t>
            </a:r>
            <a:br>
              <a:rPr lang="en-US" sz="1800" dirty="0"/>
            </a:br>
            <a:br>
              <a:rPr lang="en-US" sz="1800" dirty="0"/>
            </a:br>
            <a:endParaRPr lang="en-IN" sz="1800" dirty="0"/>
          </a:p>
        </p:txBody>
      </p:sp>
      <p:pic>
        <p:nvPicPr>
          <p:cNvPr id="13314" name="Picture 2">
            <a:extLst>
              <a:ext uri="{FF2B5EF4-FFF2-40B4-BE49-F238E27FC236}">
                <a16:creationId xmlns:a16="http://schemas.microsoft.com/office/drawing/2014/main" id="{C75B9E82-81FC-4111-9A3A-F1F3F3A481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0479" y="1183359"/>
            <a:ext cx="8051042" cy="52555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56433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5BD3E-163E-4FF7-8207-A894F328EBC5}"/>
              </a:ext>
            </a:extLst>
          </p:cNvPr>
          <p:cNvSpPr>
            <a:spLocks noGrp="1"/>
          </p:cNvSpPr>
          <p:nvPr>
            <p:ph type="title"/>
          </p:nvPr>
        </p:nvSpPr>
        <p:spPr/>
        <p:txBody>
          <a:bodyPr/>
          <a:lstStyle/>
          <a:p>
            <a:r>
              <a:rPr lang="en-US" dirty="0"/>
              <a:t>Data Processing.</a:t>
            </a:r>
            <a:endParaRPr lang="en-IN" dirty="0"/>
          </a:p>
        </p:txBody>
      </p:sp>
      <p:sp>
        <p:nvSpPr>
          <p:cNvPr id="3" name="Content Placeholder 2">
            <a:extLst>
              <a:ext uri="{FF2B5EF4-FFF2-40B4-BE49-F238E27FC236}">
                <a16:creationId xmlns:a16="http://schemas.microsoft.com/office/drawing/2014/main" id="{254B7109-8988-4583-8B01-CE28E6406212}"/>
              </a:ext>
            </a:extLst>
          </p:cNvPr>
          <p:cNvSpPr>
            <a:spLocks noGrp="1"/>
          </p:cNvSpPr>
          <p:nvPr>
            <p:ph idx="1"/>
          </p:nvPr>
        </p:nvSpPr>
        <p:spPr/>
        <p:txBody>
          <a:bodyPr/>
          <a:lstStyle/>
          <a:p>
            <a:r>
              <a:rPr lang="en-US" dirty="0"/>
              <a:t>In this data there is no missing values.</a:t>
            </a:r>
          </a:p>
          <a:p>
            <a:r>
              <a:rPr lang="en-US" dirty="0"/>
              <a:t>To check the missing values we use the command.</a:t>
            </a:r>
          </a:p>
          <a:p>
            <a:endParaRPr lang="en-IN" dirty="0"/>
          </a:p>
        </p:txBody>
      </p:sp>
      <p:pic>
        <p:nvPicPr>
          <p:cNvPr id="5" name="Picture 4">
            <a:extLst>
              <a:ext uri="{FF2B5EF4-FFF2-40B4-BE49-F238E27FC236}">
                <a16:creationId xmlns:a16="http://schemas.microsoft.com/office/drawing/2014/main" id="{682C8096-4B26-453B-BBB8-6284F07E635E}"/>
              </a:ext>
            </a:extLst>
          </p:cNvPr>
          <p:cNvPicPr>
            <a:picLocks noChangeAspect="1"/>
          </p:cNvPicPr>
          <p:nvPr/>
        </p:nvPicPr>
        <p:blipFill rotWithShape="1">
          <a:blip r:embed="rId2">
            <a:extLst>
              <a:ext uri="{28A0092B-C50C-407E-A947-70E740481C1C}">
                <a14:useLocalDpi xmlns:a14="http://schemas.microsoft.com/office/drawing/2010/main" val="0"/>
              </a:ext>
            </a:extLst>
          </a:blip>
          <a:srcRect l="20150" t="50000" r="52873" b="21393"/>
          <a:stretch/>
        </p:blipFill>
        <p:spPr>
          <a:xfrm>
            <a:off x="3173020" y="3005918"/>
            <a:ext cx="5845959" cy="3486957"/>
          </a:xfrm>
          <a:prstGeom prst="rect">
            <a:avLst/>
          </a:prstGeom>
        </p:spPr>
      </p:pic>
    </p:spTree>
    <p:extLst>
      <p:ext uri="{BB962C8B-B14F-4D97-AF65-F5344CB8AC3E}">
        <p14:creationId xmlns:p14="http://schemas.microsoft.com/office/powerpoint/2010/main" val="20129167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46D84D8-D172-4C92-AAA4-3FD708F116C4}"/>
              </a:ext>
            </a:extLst>
          </p:cNvPr>
          <p:cNvPicPr>
            <a:picLocks noChangeAspect="1"/>
          </p:cNvPicPr>
          <p:nvPr/>
        </p:nvPicPr>
        <p:blipFill rotWithShape="1">
          <a:blip r:embed="rId2">
            <a:extLst>
              <a:ext uri="{28A0092B-C50C-407E-A947-70E740481C1C}">
                <a14:useLocalDpi xmlns:a14="http://schemas.microsoft.com/office/drawing/2010/main" val="0"/>
              </a:ext>
            </a:extLst>
          </a:blip>
          <a:srcRect l="21157" t="24875" r="33843" b="10646"/>
          <a:stretch/>
        </p:blipFill>
        <p:spPr>
          <a:xfrm>
            <a:off x="2455332" y="494730"/>
            <a:ext cx="7281336" cy="5868539"/>
          </a:xfrm>
          <a:prstGeom prst="rect">
            <a:avLst/>
          </a:prstGeom>
        </p:spPr>
      </p:pic>
    </p:spTree>
    <p:extLst>
      <p:ext uri="{BB962C8B-B14F-4D97-AF65-F5344CB8AC3E}">
        <p14:creationId xmlns:p14="http://schemas.microsoft.com/office/powerpoint/2010/main" val="6751049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D124B-6FA3-4949-901E-1B23CB3FF8E5}"/>
              </a:ext>
            </a:extLst>
          </p:cNvPr>
          <p:cNvSpPr>
            <a:spLocks noGrp="1"/>
          </p:cNvSpPr>
          <p:nvPr>
            <p:ph type="title"/>
          </p:nvPr>
        </p:nvSpPr>
        <p:spPr/>
        <p:txBody>
          <a:bodyPr/>
          <a:lstStyle/>
          <a:p>
            <a:r>
              <a:rPr lang="en-US" dirty="0"/>
              <a:t>One Hot Encoder</a:t>
            </a:r>
            <a:endParaRPr lang="en-IN" dirty="0"/>
          </a:p>
        </p:txBody>
      </p:sp>
      <p:pic>
        <p:nvPicPr>
          <p:cNvPr id="5" name="Content Placeholder 4">
            <a:extLst>
              <a:ext uri="{FF2B5EF4-FFF2-40B4-BE49-F238E27FC236}">
                <a16:creationId xmlns:a16="http://schemas.microsoft.com/office/drawing/2014/main" id="{6FF2D742-063A-4DD5-91FE-6A0E50E48F2C}"/>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1425" t="21087" r="20522" b="40976"/>
          <a:stretch/>
        </p:blipFill>
        <p:spPr>
          <a:xfrm>
            <a:off x="1619878" y="1783627"/>
            <a:ext cx="8952244" cy="3290745"/>
          </a:xfrm>
        </p:spPr>
      </p:pic>
    </p:spTree>
    <p:extLst>
      <p:ext uri="{BB962C8B-B14F-4D97-AF65-F5344CB8AC3E}">
        <p14:creationId xmlns:p14="http://schemas.microsoft.com/office/powerpoint/2010/main" val="22804028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42F2F-86ED-4C0A-9007-E0DF0CE4850A}"/>
              </a:ext>
            </a:extLst>
          </p:cNvPr>
          <p:cNvSpPr>
            <a:spLocks noGrp="1"/>
          </p:cNvSpPr>
          <p:nvPr>
            <p:ph type="title"/>
          </p:nvPr>
        </p:nvSpPr>
        <p:spPr/>
        <p:txBody>
          <a:bodyPr/>
          <a:lstStyle/>
          <a:p>
            <a:r>
              <a:rPr lang="en-US" dirty="0"/>
              <a:t>Model Building</a:t>
            </a:r>
            <a:endParaRPr lang="en-IN" dirty="0"/>
          </a:p>
        </p:txBody>
      </p:sp>
      <p:pic>
        <p:nvPicPr>
          <p:cNvPr id="13" name="Content Placeholder 12">
            <a:extLst>
              <a:ext uri="{FF2B5EF4-FFF2-40B4-BE49-F238E27FC236}">
                <a16:creationId xmlns:a16="http://schemas.microsoft.com/office/drawing/2014/main" id="{F9C3DFA7-4FED-4419-8C6E-76EA84292C21}"/>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0419" t="35792" r="20831" b="13711"/>
          <a:stretch/>
        </p:blipFill>
        <p:spPr>
          <a:xfrm>
            <a:off x="1515865" y="1618967"/>
            <a:ext cx="9160269" cy="4428841"/>
          </a:xfrm>
        </p:spPr>
      </p:pic>
    </p:spTree>
    <p:extLst>
      <p:ext uri="{BB962C8B-B14F-4D97-AF65-F5344CB8AC3E}">
        <p14:creationId xmlns:p14="http://schemas.microsoft.com/office/powerpoint/2010/main" val="23784246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a:extLst>
              <a:ext uri="{FF2B5EF4-FFF2-40B4-BE49-F238E27FC236}">
                <a16:creationId xmlns:a16="http://schemas.microsoft.com/office/drawing/2014/main" id="{96C694BC-2429-4BC1-8AC2-46059DF90F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5959" y="655092"/>
            <a:ext cx="8780081" cy="620290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37A1AFD-230F-4556-A8DA-02322ECAC8B3}"/>
              </a:ext>
            </a:extLst>
          </p:cNvPr>
          <p:cNvSpPr>
            <a:spLocks noGrp="1"/>
          </p:cNvSpPr>
          <p:nvPr>
            <p:ph type="title"/>
          </p:nvPr>
        </p:nvSpPr>
        <p:spPr>
          <a:xfrm>
            <a:off x="660777" y="-399153"/>
            <a:ext cx="10515600" cy="1325563"/>
          </a:xfrm>
        </p:spPr>
        <p:txBody>
          <a:bodyPr>
            <a:normAutofit/>
          </a:bodyPr>
          <a:lstStyle/>
          <a:p>
            <a:r>
              <a:rPr lang="en-US" sz="1800" b="1" dirty="0"/>
              <a:t>Variation of Prices in prediction result of Linear Regression.</a:t>
            </a:r>
            <a:endParaRPr lang="en-IN" sz="1800" b="1" dirty="0"/>
          </a:p>
        </p:txBody>
      </p:sp>
    </p:spTree>
    <p:extLst>
      <p:ext uri="{BB962C8B-B14F-4D97-AF65-F5344CB8AC3E}">
        <p14:creationId xmlns:p14="http://schemas.microsoft.com/office/powerpoint/2010/main" val="30091861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8CEF4-E27C-4791-8D58-6AD6CA997D53}"/>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E9D6A05A-203C-4F96-B793-D222676162DF}"/>
              </a:ext>
            </a:extLst>
          </p:cNvPr>
          <p:cNvPicPr>
            <a:picLocks noChangeAspect="1"/>
          </p:cNvPicPr>
          <p:nvPr/>
        </p:nvPicPr>
        <p:blipFill rotWithShape="1">
          <a:blip r:embed="rId2">
            <a:extLst>
              <a:ext uri="{28A0092B-C50C-407E-A947-70E740481C1C}">
                <a14:useLocalDpi xmlns:a14="http://schemas.microsoft.com/office/drawing/2010/main" val="0"/>
              </a:ext>
            </a:extLst>
          </a:blip>
          <a:srcRect l="21099" t="23067" r="39185" b="34609"/>
          <a:stretch/>
        </p:blipFill>
        <p:spPr>
          <a:xfrm>
            <a:off x="1293825" y="365125"/>
            <a:ext cx="9604349" cy="5757152"/>
          </a:xfrm>
          <a:prstGeom prst="rect">
            <a:avLst/>
          </a:prstGeom>
        </p:spPr>
      </p:pic>
    </p:spTree>
    <p:extLst>
      <p:ext uri="{BB962C8B-B14F-4D97-AF65-F5344CB8AC3E}">
        <p14:creationId xmlns:p14="http://schemas.microsoft.com/office/powerpoint/2010/main" val="16466344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5ED64-CC22-4CB8-8A16-990E84A242FA}"/>
              </a:ext>
            </a:extLst>
          </p:cNvPr>
          <p:cNvSpPr>
            <a:spLocks noGrp="1"/>
          </p:cNvSpPr>
          <p:nvPr>
            <p:ph type="title"/>
          </p:nvPr>
        </p:nvSpPr>
        <p:spPr>
          <a:xfrm>
            <a:off x="838200" y="-344562"/>
            <a:ext cx="10515600" cy="1325563"/>
          </a:xfrm>
        </p:spPr>
        <p:txBody>
          <a:bodyPr>
            <a:normAutofit/>
          </a:bodyPr>
          <a:lstStyle/>
          <a:p>
            <a:r>
              <a:rPr lang="en-US" sz="1800" b="1" dirty="0"/>
              <a:t>Prediction result of Random Forest Regressor.</a:t>
            </a:r>
            <a:endParaRPr lang="en-IN" sz="1800" b="1" dirty="0"/>
          </a:p>
        </p:txBody>
      </p:sp>
      <p:pic>
        <p:nvPicPr>
          <p:cNvPr id="15362" name="Picture 2">
            <a:extLst>
              <a:ext uri="{FF2B5EF4-FFF2-40B4-BE49-F238E27FC236}">
                <a16:creationId xmlns:a16="http://schemas.microsoft.com/office/drawing/2014/main" id="{90915100-B687-4917-AB8B-EB40E2823A4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54578" y="806090"/>
            <a:ext cx="8082844" cy="6051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81693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E66D37FC-444C-42AC-8017-E67762229E62}"/>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0773" t="25478" r="28241" b="31866"/>
          <a:stretch/>
        </p:blipFill>
        <p:spPr>
          <a:xfrm>
            <a:off x="756101" y="324132"/>
            <a:ext cx="10679798" cy="5025790"/>
          </a:xfrm>
        </p:spPr>
      </p:pic>
    </p:spTree>
    <p:extLst>
      <p:ext uri="{BB962C8B-B14F-4D97-AF65-F5344CB8AC3E}">
        <p14:creationId xmlns:p14="http://schemas.microsoft.com/office/powerpoint/2010/main" val="35821401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C0175-BDB1-4068-99ED-05C0AF7DD863}"/>
              </a:ext>
            </a:extLst>
          </p:cNvPr>
          <p:cNvSpPr>
            <a:spLocks noGrp="1"/>
          </p:cNvSpPr>
          <p:nvPr>
            <p:ph type="title"/>
          </p:nvPr>
        </p:nvSpPr>
        <p:spPr/>
        <p:txBody>
          <a:bodyPr>
            <a:normAutofit/>
          </a:bodyPr>
          <a:lstStyle/>
          <a:p>
            <a:r>
              <a:rPr lang="en-US" sz="1800" b="1" dirty="0"/>
              <a:t>Prediction result of AdaBoost Regressor</a:t>
            </a:r>
            <a:endParaRPr lang="en-IN" sz="1800" b="1" dirty="0"/>
          </a:p>
        </p:txBody>
      </p:sp>
      <p:pic>
        <p:nvPicPr>
          <p:cNvPr id="16386" name="Picture 2">
            <a:extLst>
              <a:ext uri="{FF2B5EF4-FFF2-40B4-BE49-F238E27FC236}">
                <a16:creationId xmlns:a16="http://schemas.microsoft.com/office/drawing/2014/main" id="{AC5BFC4C-CFDD-419D-B037-20D218A467E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90208" y="1839273"/>
            <a:ext cx="5811584"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64975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F89FD-02BC-49B2-A677-366795357E3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9F9ED56-4327-4C3F-A0CE-2DE84D2E03ED}"/>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0419" t="22656" r="31769" b="37197"/>
          <a:stretch/>
        </p:blipFill>
        <p:spPr>
          <a:xfrm>
            <a:off x="264624" y="365125"/>
            <a:ext cx="11662752" cy="5508602"/>
          </a:xfrm>
        </p:spPr>
      </p:pic>
    </p:spTree>
    <p:extLst>
      <p:ext uri="{BB962C8B-B14F-4D97-AF65-F5344CB8AC3E}">
        <p14:creationId xmlns:p14="http://schemas.microsoft.com/office/powerpoint/2010/main" val="33727337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97616-5F86-4A64-A06E-DC5D0F8D1C3A}"/>
              </a:ext>
            </a:extLst>
          </p:cNvPr>
          <p:cNvSpPr>
            <a:spLocks noGrp="1"/>
          </p:cNvSpPr>
          <p:nvPr>
            <p:ph type="title"/>
          </p:nvPr>
        </p:nvSpPr>
        <p:spPr/>
        <p:txBody>
          <a:bodyPr>
            <a:normAutofit/>
          </a:bodyPr>
          <a:lstStyle/>
          <a:p>
            <a:r>
              <a:rPr lang="en-US" sz="1800" dirty="0"/>
              <a:t>Prediction Result of K-NN</a:t>
            </a:r>
            <a:endParaRPr lang="en-IN" sz="1800" dirty="0"/>
          </a:p>
        </p:txBody>
      </p:sp>
      <p:pic>
        <p:nvPicPr>
          <p:cNvPr id="17410" name="Picture 2">
            <a:extLst>
              <a:ext uri="{FF2B5EF4-FFF2-40B4-BE49-F238E27FC236}">
                <a16:creationId xmlns:a16="http://schemas.microsoft.com/office/drawing/2014/main" id="{D44C8444-8C8E-4D56-BE3A-07130885939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90208" y="1825625"/>
            <a:ext cx="5811584"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28430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422D304-C325-4DA0-9961-674F37DEEEB3}"/>
              </a:ext>
            </a:extLst>
          </p:cNvPr>
          <p:cNvPicPr>
            <a:picLocks noChangeAspect="1"/>
          </p:cNvPicPr>
          <p:nvPr/>
        </p:nvPicPr>
        <p:blipFill rotWithShape="1">
          <a:blip r:embed="rId2">
            <a:extLst>
              <a:ext uri="{28A0092B-C50C-407E-A947-70E740481C1C}">
                <a14:useLocalDpi xmlns:a14="http://schemas.microsoft.com/office/drawing/2010/main" val="0"/>
              </a:ext>
            </a:extLst>
          </a:blip>
          <a:srcRect l="20485" t="35224" r="38321" b="25373"/>
          <a:stretch/>
        </p:blipFill>
        <p:spPr>
          <a:xfrm>
            <a:off x="378118" y="177420"/>
            <a:ext cx="11435764" cy="6152937"/>
          </a:xfrm>
          <a:prstGeom prst="rect">
            <a:avLst/>
          </a:prstGeom>
        </p:spPr>
      </p:pic>
    </p:spTree>
    <p:extLst>
      <p:ext uri="{BB962C8B-B14F-4D97-AF65-F5344CB8AC3E}">
        <p14:creationId xmlns:p14="http://schemas.microsoft.com/office/powerpoint/2010/main" val="2010894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0DA73-9693-4F26-9F53-197A0A69ABE9}"/>
              </a:ext>
            </a:extLst>
          </p:cNvPr>
          <p:cNvSpPr>
            <a:spLocks noGrp="1"/>
          </p:cNvSpPr>
          <p:nvPr>
            <p:ph type="title"/>
          </p:nvPr>
        </p:nvSpPr>
        <p:spPr>
          <a:xfrm>
            <a:off x="838200" y="-153492"/>
            <a:ext cx="10515600" cy="1325563"/>
          </a:xfrm>
        </p:spPr>
        <p:txBody>
          <a:bodyPr>
            <a:normAutofit/>
          </a:bodyPr>
          <a:lstStyle/>
          <a:p>
            <a:r>
              <a:rPr lang="en-US" sz="1800" b="1" dirty="0"/>
              <a:t>Prediction result of XG Boost</a:t>
            </a:r>
            <a:endParaRPr lang="en-IN" sz="1800" b="1" dirty="0"/>
          </a:p>
        </p:txBody>
      </p:sp>
      <p:pic>
        <p:nvPicPr>
          <p:cNvPr id="18434" name="Picture 2">
            <a:extLst>
              <a:ext uri="{FF2B5EF4-FFF2-40B4-BE49-F238E27FC236}">
                <a16:creationId xmlns:a16="http://schemas.microsoft.com/office/drawing/2014/main" id="{F3A55531-F9D9-448E-804D-4FB5D30628B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78965" y="692861"/>
            <a:ext cx="8234070" cy="6165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67040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6572C-95D1-4AD5-B1A5-D4BAE6C2A52E}"/>
              </a:ext>
            </a:extLst>
          </p:cNvPr>
          <p:cNvSpPr>
            <a:spLocks noGrp="1"/>
          </p:cNvSpPr>
          <p:nvPr>
            <p:ph type="title"/>
          </p:nvPr>
        </p:nvSpPr>
        <p:spPr>
          <a:xfrm>
            <a:off x="838200" y="-235379"/>
            <a:ext cx="10515600" cy="1325563"/>
          </a:xfrm>
        </p:spPr>
        <p:txBody>
          <a:bodyPr>
            <a:normAutofit/>
          </a:bodyPr>
          <a:lstStyle/>
          <a:p>
            <a:r>
              <a:rPr lang="en-US" sz="1800" b="1" dirty="0"/>
              <a:t>Cross validation</a:t>
            </a:r>
            <a:endParaRPr lang="en-IN" sz="1800" b="1" dirty="0"/>
          </a:p>
        </p:txBody>
      </p:sp>
      <p:sp>
        <p:nvSpPr>
          <p:cNvPr id="3" name="Content Placeholder 2">
            <a:extLst>
              <a:ext uri="{FF2B5EF4-FFF2-40B4-BE49-F238E27FC236}">
                <a16:creationId xmlns:a16="http://schemas.microsoft.com/office/drawing/2014/main" id="{F80F408C-4257-47BF-99B5-0D7464E8FF43}"/>
              </a:ext>
            </a:extLst>
          </p:cNvPr>
          <p:cNvSpPr>
            <a:spLocks noGrp="1"/>
          </p:cNvSpPr>
          <p:nvPr>
            <p:ph idx="1"/>
          </p:nvPr>
        </p:nvSpPr>
        <p:spPr/>
        <p:txBody>
          <a:bodyPr/>
          <a:lstStyle/>
          <a:p>
            <a:endParaRPr lang="en-IN" dirty="0"/>
          </a:p>
        </p:txBody>
      </p:sp>
      <p:pic>
        <p:nvPicPr>
          <p:cNvPr id="4" name="Picture 3">
            <a:extLst>
              <a:ext uri="{FF2B5EF4-FFF2-40B4-BE49-F238E27FC236}">
                <a16:creationId xmlns:a16="http://schemas.microsoft.com/office/drawing/2014/main" id="{83C95F8B-8599-4022-90DE-BFE509C9FBF6}"/>
              </a:ext>
            </a:extLst>
          </p:cNvPr>
          <p:cNvPicPr>
            <a:picLocks noChangeAspect="1"/>
          </p:cNvPicPr>
          <p:nvPr/>
        </p:nvPicPr>
        <p:blipFill rotWithShape="1">
          <a:blip r:embed="rId2">
            <a:extLst>
              <a:ext uri="{28A0092B-C50C-407E-A947-70E740481C1C}">
                <a14:useLocalDpi xmlns:a14="http://schemas.microsoft.com/office/drawing/2010/main" val="0"/>
              </a:ext>
            </a:extLst>
          </a:blip>
          <a:srcRect l="20709" t="34627" r="20970" b="5903"/>
          <a:stretch/>
        </p:blipFill>
        <p:spPr>
          <a:xfrm>
            <a:off x="694825" y="661917"/>
            <a:ext cx="10802349" cy="6196083"/>
          </a:xfrm>
          <a:prstGeom prst="rect">
            <a:avLst/>
          </a:prstGeom>
        </p:spPr>
      </p:pic>
    </p:spTree>
    <p:extLst>
      <p:ext uri="{BB962C8B-B14F-4D97-AF65-F5344CB8AC3E}">
        <p14:creationId xmlns:p14="http://schemas.microsoft.com/office/powerpoint/2010/main" val="30144932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4A4FD-034B-479C-A15E-47AAAFE09F38}"/>
              </a:ext>
            </a:extLst>
          </p:cNvPr>
          <p:cNvSpPr>
            <a:spLocks noGrp="1"/>
          </p:cNvSpPr>
          <p:nvPr>
            <p:ph type="title"/>
          </p:nvPr>
        </p:nvSpPr>
        <p:spPr>
          <a:xfrm>
            <a:off x="838200" y="-249027"/>
            <a:ext cx="10515600" cy="1325563"/>
          </a:xfrm>
        </p:spPr>
        <p:txBody>
          <a:bodyPr>
            <a:normAutofit/>
          </a:bodyPr>
          <a:lstStyle/>
          <a:p>
            <a:r>
              <a:rPr lang="en-US" sz="2200" b="1" dirty="0"/>
              <a:t>Table of training score, test score, MSE and Cross validation.</a:t>
            </a:r>
            <a:endParaRPr lang="en-IN" sz="2200" b="1" dirty="0"/>
          </a:p>
        </p:txBody>
      </p:sp>
      <p:pic>
        <p:nvPicPr>
          <p:cNvPr id="5" name="Content Placeholder 4">
            <a:extLst>
              <a:ext uri="{FF2B5EF4-FFF2-40B4-BE49-F238E27FC236}">
                <a16:creationId xmlns:a16="http://schemas.microsoft.com/office/drawing/2014/main" id="{335B9CAA-729E-4DD6-AE63-9422356506C2}"/>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5939" t="37419" r="43803" b="37803"/>
          <a:stretch/>
        </p:blipFill>
        <p:spPr>
          <a:xfrm>
            <a:off x="733248" y="1211168"/>
            <a:ext cx="10725504" cy="4940490"/>
          </a:xfrm>
        </p:spPr>
      </p:pic>
    </p:spTree>
    <p:extLst>
      <p:ext uri="{BB962C8B-B14F-4D97-AF65-F5344CB8AC3E}">
        <p14:creationId xmlns:p14="http://schemas.microsoft.com/office/powerpoint/2010/main" val="14209502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E1C29-4002-4F15-9893-2B9F9AEF113B}"/>
              </a:ext>
            </a:extLst>
          </p:cNvPr>
          <p:cNvSpPr>
            <a:spLocks noGrp="1"/>
          </p:cNvSpPr>
          <p:nvPr>
            <p:ph type="title"/>
          </p:nvPr>
        </p:nvSpPr>
        <p:spPr>
          <a:xfrm>
            <a:off x="838200" y="-249025"/>
            <a:ext cx="10515600" cy="1325563"/>
          </a:xfrm>
        </p:spPr>
        <p:txBody>
          <a:bodyPr>
            <a:normAutofit/>
          </a:bodyPr>
          <a:lstStyle/>
          <a:p>
            <a:r>
              <a:rPr lang="en-US" sz="2000" b="1" dirty="0"/>
              <a:t>Hyper-parameter tuning.</a:t>
            </a:r>
            <a:endParaRPr lang="en-IN" sz="2000" b="1" dirty="0"/>
          </a:p>
        </p:txBody>
      </p:sp>
      <p:pic>
        <p:nvPicPr>
          <p:cNvPr id="5" name="Content Placeholder 4">
            <a:extLst>
              <a:ext uri="{FF2B5EF4-FFF2-40B4-BE49-F238E27FC236}">
                <a16:creationId xmlns:a16="http://schemas.microsoft.com/office/drawing/2014/main" id="{EB1CD1BF-388F-4A4D-AA48-7E068638BA3E}"/>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1402" t="42172" r="36604" b="3899"/>
          <a:stretch/>
        </p:blipFill>
        <p:spPr>
          <a:xfrm>
            <a:off x="2374559" y="981075"/>
            <a:ext cx="7442881" cy="5376650"/>
          </a:xfrm>
        </p:spPr>
      </p:pic>
    </p:spTree>
    <p:extLst>
      <p:ext uri="{BB962C8B-B14F-4D97-AF65-F5344CB8AC3E}">
        <p14:creationId xmlns:p14="http://schemas.microsoft.com/office/powerpoint/2010/main" val="20821200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63601-E495-43AE-8267-C5BFE41E3BCE}"/>
              </a:ext>
            </a:extLst>
          </p:cNvPr>
          <p:cNvSpPr>
            <a:spLocks noGrp="1"/>
          </p:cNvSpPr>
          <p:nvPr>
            <p:ph type="title"/>
          </p:nvPr>
        </p:nvSpPr>
        <p:spPr>
          <a:xfrm>
            <a:off x="838200" y="-358209"/>
            <a:ext cx="10515600" cy="1325563"/>
          </a:xfrm>
        </p:spPr>
        <p:txBody>
          <a:bodyPr>
            <a:normAutofit/>
          </a:bodyPr>
          <a:lstStyle/>
          <a:p>
            <a:r>
              <a:rPr lang="en-US" sz="1800" b="1" dirty="0"/>
              <a:t>Prediction result after hyperparameter tuning.</a:t>
            </a:r>
            <a:endParaRPr lang="en-IN" sz="1800" b="1" dirty="0"/>
          </a:p>
        </p:txBody>
      </p:sp>
      <p:pic>
        <p:nvPicPr>
          <p:cNvPr id="19458" name="Picture 2">
            <a:extLst>
              <a:ext uri="{FF2B5EF4-FFF2-40B4-BE49-F238E27FC236}">
                <a16:creationId xmlns:a16="http://schemas.microsoft.com/office/drawing/2014/main" id="{9B640089-F15E-463C-814E-E0682188165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39875" y="848684"/>
            <a:ext cx="7312250" cy="5665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87224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D1977-D48A-49FF-962A-9A844439C6F5}"/>
              </a:ext>
            </a:extLst>
          </p:cNvPr>
          <p:cNvSpPr>
            <a:spLocks noGrp="1"/>
          </p:cNvSpPr>
          <p:nvPr>
            <p:ph type="title"/>
          </p:nvPr>
        </p:nvSpPr>
        <p:spPr>
          <a:xfrm>
            <a:off x="838200" y="-344561"/>
            <a:ext cx="10515600" cy="1325563"/>
          </a:xfrm>
        </p:spPr>
        <p:txBody>
          <a:bodyPr>
            <a:normAutofit/>
          </a:bodyPr>
          <a:lstStyle/>
          <a:p>
            <a:r>
              <a:rPr lang="en-US" sz="2000" b="1" dirty="0"/>
              <a:t>Comparison between Real value and Predicted value</a:t>
            </a:r>
            <a:endParaRPr lang="en-IN" sz="2000" b="1" dirty="0"/>
          </a:p>
        </p:txBody>
      </p:sp>
      <p:pic>
        <p:nvPicPr>
          <p:cNvPr id="5" name="Content Placeholder 4">
            <a:extLst>
              <a:ext uri="{FF2B5EF4-FFF2-40B4-BE49-F238E27FC236}">
                <a16:creationId xmlns:a16="http://schemas.microsoft.com/office/drawing/2014/main" id="{2A10A4A9-30E4-4F32-9172-FE4E4F306E93}"/>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5712" t="45238" r="60703" b="27789"/>
          <a:stretch/>
        </p:blipFill>
        <p:spPr>
          <a:xfrm>
            <a:off x="3666698" y="968167"/>
            <a:ext cx="4858603" cy="5426492"/>
          </a:xfrm>
        </p:spPr>
      </p:pic>
    </p:spTree>
    <p:extLst>
      <p:ext uri="{BB962C8B-B14F-4D97-AF65-F5344CB8AC3E}">
        <p14:creationId xmlns:p14="http://schemas.microsoft.com/office/powerpoint/2010/main" val="1501439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FC16F-E928-4E98-A301-9E521FFFF336}"/>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97521F64-92D6-462D-99DD-13810230710B}"/>
              </a:ext>
            </a:extLst>
          </p:cNvPr>
          <p:cNvSpPr>
            <a:spLocks noGrp="1"/>
          </p:cNvSpPr>
          <p:nvPr>
            <p:ph idx="1"/>
          </p:nvPr>
        </p:nvSpPr>
        <p:spPr/>
        <p:txBody>
          <a:bodyPr>
            <a:normAutofit fontScale="92500" lnSpcReduction="10000"/>
          </a:bodyPr>
          <a:lstStyle/>
          <a:p>
            <a:r>
              <a:rPr lang="en-US" dirty="0"/>
              <a:t>After performing </a:t>
            </a:r>
            <a:r>
              <a:rPr lang="en-US" sz="2800" dirty="0"/>
              <a:t>EDA in this project we observed:</a:t>
            </a:r>
          </a:p>
          <a:p>
            <a:pPr marL="514350" indent="-514350">
              <a:buFont typeface="+mj-lt"/>
              <a:buAutoNum type="alphaLcParenR"/>
            </a:pPr>
            <a:r>
              <a:rPr lang="en-US" sz="2800" dirty="0"/>
              <a:t>Flights from Bangalore and Mumbai have higher prices. </a:t>
            </a:r>
          </a:p>
          <a:p>
            <a:pPr marL="514350" indent="-514350">
              <a:buFont typeface="+mj-lt"/>
              <a:buAutoNum type="alphaLcParenR"/>
            </a:pPr>
            <a:r>
              <a:rPr lang="en-US" sz="2800" dirty="0"/>
              <a:t>Flights with longer route i.e. high number of stops have high prices. </a:t>
            </a:r>
          </a:p>
          <a:p>
            <a:pPr marL="514350" indent="-514350">
              <a:buFont typeface="+mj-lt"/>
              <a:buAutoNum type="alphaLcParenR"/>
            </a:pPr>
            <a:r>
              <a:rPr lang="en-US" sz="2800" dirty="0"/>
              <a:t>Also, prices of flight in next month are high as compared to those in coming months. </a:t>
            </a:r>
          </a:p>
          <a:p>
            <a:pPr marL="514350" indent="-514350">
              <a:buFont typeface="+mj-lt"/>
              <a:buAutoNum type="alphaLcParenR"/>
            </a:pPr>
            <a:r>
              <a:rPr lang="en-US" sz="2800" dirty="0"/>
              <a:t>From the given data we can also conclude that </a:t>
            </a:r>
            <a:r>
              <a:rPr lang="en-US" dirty="0" err="1"/>
              <a:t>StarAir</a:t>
            </a:r>
            <a:r>
              <a:rPr lang="en-US" sz="2800" dirty="0"/>
              <a:t> and </a:t>
            </a:r>
            <a:r>
              <a:rPr lang="en-US" sz="2800"/>
              <a:t>Spicejet </a:t>
            </a:r>
            <a:r>
              <a:rPr lang="en-US" sz="2800" dirty="0"/>
              <a:t>flights are expensive as compared to other flights.</a:t>
            </a:r>
          </a:p>
          <a:p>
            <a:pPr marL="514350" indent="-514350">
              <a:buNone/>
            </a:pPr>
            <a:endParaRPr lang="en-US" sz="2800" dirty="0"/>
          </a:p>
          <a:p>
            <a:r>
              <a:rPr lang="en-US" sz="2800" dirty="0"/>
              <a:t>The model build after hyper-parametric tuning gives an accuracy for 68%</a:t>
            </a:r>
          </a:p>
          <a:p>
            <a:endParaRPr lang="en-IN" dirty="0"/>
          </a:p>
        </p:txBody>
      </p:sp>
    </p:spTree>
    <p:extLst>
      <p:ext uri="{BB962C8B-B14F-4D97-AF65-F5344CB8AC3E}">
        <p14:creationId xmlns:p14="http://schemas.microsoft.com/office/powerpoint/2010/main" val="22153032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pattFill prst="divot">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2A21665-C64F-4BDA-B2DE-442D70605718}"/>
              </a:ext>
              <a:ext uri="{C183D7F6-B498-43B3-948B-1728B52AA6E4}">
                <adec:decorative xmlns:adec="http://schemas.microsoft.com/office/drawing/2017/decorative" val="1"/>
              </a:ext>
            </a:extLst>
          </p:cNvPr>
          <p:cNvGrpSpPr/>
          <p:nvPr/>
        </p:nvGrpSpPr>
        <p:grpSpPr>
          <a:xfrm>
            <a:off x="4325258" y="1544068"/>
            <a:ext cx="3541486" cy="3769865"/>
            <a:chOff x="4325258" y="1229517"/>
            <a:chExt cx="3541486" cy="3769865"/>
          </a:xfrm>
        </p:grpSpPr>
        <p:sp>
          <p:nvSpPr>
            <p:cNvPr id="12" name="Diamond 11">
              <a:extLst>
                <a:ext uri="{FF2B5EF4-FFF2-40B4-BE49-F238E27FC236}">
                  <a16:creationId xmlns:a16="http://schemas.microsoft.com/office/drawing/2014/main" id="{7DC8B409-5FAC-4539-B25A-26BE925A48AF}"/>
                </a:ext>
              </a:extLst>
            </p:cNvPr>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91498E2F-539C-46D3-AF7C-BB1DAE76B114}"/>
                </a:ext>
              </a:extLst>
            </p:cNvPr>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itle 1">
            <a:extLst>
              <a:ext uri="{FF2B5EF4-FFF2-40B4-BE49-F238E27FC236}">
                <a16:creationId xmlns:a16="http://schemas.microsoft.com/office/drawing/2014/main" id="{FA061601-468D-486D-B8EE-42BD1BE3ADCC}"/>
              </a:ext>
            </a:extLst>
          </p:cNvPr>
          <p:cNvSpPr>
            <a:spLocks noGrp="1"/>
          </p:cNvSpPr>
          <p:nvPr>
            <p:ph type="ctrTitle"/>
          </p:nvPr>
        </p:nvSpPr>
        <p:spPr>
          <a:xfrm>
            <a:off x="1524000" y="2930403"/>
            <a:ext cx="9144000" cy="997196"/>
          </a:xfrm>
        </p:spPr>
        <p:txBody>
          <a:bodyPr lIns="0" tIns="0" rIns="0" bIns="0" anchor="ctr">
            <a:spAutoFit/>
          </a:bodyPr>
          <a:lstStyle/>
          <a:p>
            <a:r>
              <a:rPr lang="en-US" sz="7200" b="1" dirty="0">
                <a:solidFill>
                  <a:schemeClr val="bg1"/>
                </a:solidFill>
              </a:rPr>
              <a:t>Thank You</a:t>
            </a:r>
            <a:endParaRPr lang="en-US" sz="7200" dirty="0">
              <a:solidFill>
                <a:schemeClr val="accent4"/>
              </a:solidFill>
            </a:endParaRPr>
          </a:p>
        </p:txBody>
      </p:sp>
    </p:spTree>
    <p:extLst>
      <p:ext uri="{BB962C8B-B14F-4D97-AF65-F5344CB8AC3E}">
        <p14:creationId xmlns:p14="http://schemas.microsoft.com/office/powerpoint/2010/main" val="1923038163"/>
      </p:ext>
    </p:extLst>
  </p:cSld>
  <p:clrMapOvr>
    <a:masterClrMapping/>
  </p:clrMapOvr>
</p:sld>
</file>

<file path=ppt/theme/theme1.xml><?xml version="1.0" encoding="utf-8"?>
<a:theme xmlns:a="http://schemas.openxmlformats.org/drawingml/2006/main" name="Office Theme">
  <a:themeElements>
    <a:clrScheme name="Custom 73">
      <a:dk1>
        <a:srgbClr val="000000"/>
      </a:dk1>
      <a:lt1>
        <a:sysClr val="window" lastClr="FFFFFF"/>
      </a:lt1>
      <a:dk2>
        <a:srgbClr val="585858"/>
      </a:dk2>
      <a:lt2>
        <a:srgbClr val="E3E3E3"/>
      </a:lt2>
      <a:accent1>
        <a:srgbClr val="E20613"/>
      </a:accent1>
      <a:accent2>
        <a:srgbClr val="A9C038"/>
      </a:accent2>
      <a:accent3>
        <a:srgbClr val="11AEC7"/>
      </a:accent3>
      <a:accent4>
        <a:srgbClr val="F59F26"/>
      </a:accent4>
      <a:accent5>
        <a:srgbClr val="0062A9"/>
      </a:accent5>
      <a:accent6>
        <a:srgbClr val="EB6047"/>
      </a:accent6>
      <a:hlink>
        <a:srgbClr val="8ED9F6"/>
      </a:hlink>
      <a:folHlink>
        <a:srgbClr val="C00000"/>
      </a:folHlink>
    </a:clrScheme>
    <a:fontScheme name="Modern 01">
      <a:majorFont>
        <a:latin typeface="Century Gothic"/>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455520_Project analysis, from 24Slides_SL_V1.potx" id="{55E7247F-78B2-40DB-9AFE-D4DD42FA8F09}" vid="{22E2FD65-A32D-4798-AF43-CE42F250BD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F609EDA-869E-4BE5-AE5D-B898C584B6FF}">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2FD05317-60D6-4B3A-8545-888496D1A8EC}">
  <ds:schemaRefs>
    <ds:schemaRef ds:uri="http://schemas.microsoft.com/sharepoint/v3/contenttype/forms"/>
  </ds:schemaRefs>
</ds:datastoreItem>
</file>

<file path=customXml/itemProps3.xml><?xml version="1.0" encoding="utf-8"?>
<ds:datastoreItem xmlns:ds="http://schemas.openxmlformats.org/officeDocument/2006/customXml" ds:itemID="{61A00BBF-EEBB-4E18-B8CB-F926EAAC48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Project analysis, from 24Slides</Template>
  <TotalTime>781</TotalTime>
  <Words>826</Words>
  <Application>Microsoft Office PowerPoint</Application>
  <PresentationFormat>Widescreen</PresentationFormat>
  <Paragraphs>80</Paragraphs>
  <Slides>38</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Arial</vt:lpstr>
      <vt:lpstr>Calibri</vt:lpstr>
      <vt:lpstr>Century Gothic</vt:lpstr>
      <vt:lpstr>Garamond</vt:lpstr>
      <vt:lpstr>Helvetica Neue</vt:lpstr>
      <vt:lpstr>Rockwell</vt:lpstr>
      <vt:lpstr>Segoe UI Light</vt:lpstr>
      <vt:lpstr>Times New Roman</vt:lpstr>
      <vt:lpstr>Office Theme</vt:lpstr>
      <vt:lpstr>Flight Price Prediction Submitted by Tushar Kumar Patel</vt:lpstr>
      <vt:lpstr>Project analysis slide 2</vt:lpstr>
      <vt:lpstr>PowerPoint Presentation</vt:lpstr>
      <vt:lpstr>PowerPoint Presentation</vt:lpstr>
      <vt:lpstr>Data Set Description</vt:lpstr>
      <vt:lpstr>Visualization  Flight Origin</vt:lpstr>
      <vt:lpstr>PowerPoint Presentation</vt:lpstr>
      <vt:lpstr>PowerPoint Presentation</vt:lpstr>
      <vt:lpstr>Name of Airline The operation of filght from one place to another place is more by  Indigo than any other flight. </vt:lpstr>
      <vt:lpstr>Total number of stops. The total number for 1 stops is 3338 which is more than 50% than any other number of stops. </vt:lpstr>
      <vt:lpstr>Fare of flight ticket. The maximum price for the flight ticket is more than 25000. The price of flight ticket lies between 2500 to 10000 is more. </vt:lpstr>
      <vt:lpstr>Comparison of all features with Price. </vt:lpstr>
      <vt:lpstr>Comparison of Price with Departure </vt:lpstr>
      <vt:lpstr>Comparison of Arival time vs Price. </vt:lpstr>
      <vt:lpstr>Comparison of Departure time vs Price </vt:lpstr>
      <vt:lpstr>Comparison between Airline and price  </vt:lpstr>
      <vt:lpstr>Comparison between Source and price </vt:lpstr>
      <vt:lpstr>Comparison between Price and Number of stop   </vt:lpstr>
      <vt:lpstr>Data Processing.</vt:lpstr>
      <vt:lpstr>PowerPoint Presentation</vt:lpstr>
      <vt:lpstr>One Hot Encoder</vt:lpstr>
      <vt:lpstr>Model Building</vt:lpstr>
      <vt:lpstr>Variation of Prices in prediction result of Linear Regression.</vt:lpstr>
      <vt:lpstr>PowerPoint Presentation</vt:lpstr>
      <vt:lpstr>Prediction result of Random Forest Regressor.</vt:lpstr>
      <vt:lpstr>PowerPoint Presentation</vt:lpstr>
      <vt:lpstr>Prediction result of AdaBoost Regressor</vt:lpstr>
      <vt:lpstr>PowerPoint Presentation</vt:lpstr>
      <vt:lpstr>Prediction Result of K-NN</vt:lpstr>
      <vt:lpstr>PowerPoint Presentation</vt:lpstr>
      <vt:lpstr>Prediction result of XG Boost</vt:lpstr>
      <vt:lpstr>Cross validation</vt:lpstr>
      <vt:lpstr>Table of training score, test score, MSE and Cross validation.</vt:lpstr>
      <vt:lpstr>Hyper-parameter tuning.</vt:lpstr>
      <vt:lpstr>Prediction result after hyperparameter tuning.</vt:lpstr>
      <vt:lpstr>Comparison between Real value and Predicted value</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 Credit Defaulter Submitted by Tushar Kumar Patel</dc:title>
  <dc:creator>rean26</dc:creator>
  <cp:lastModifiedBy>rean26</cp:lastModifiedBy>
  <cp:revision>7</cp:revision>
  <dcterms:created xsi:type="dcterms:W3CDTF">2021-08-31T13:48:51Z</dcterms:created>
  <dcterms:modified xsi:type="dcterms:W3CDTF">2021-11-03T19:06:27Z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